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401" r:id="rId2"/>
    <p:sldId id="398" r:id="rId3"/>
    <p:sldId id="399" r:id="rId4"/>
    <p:sldId id="400" r:id="rId5"/>
    <p:sldId id="337" r:id="rId6"/>
    <p:sldId id="338" r:id="rId7"/>
    <p:sldId id="348" r:id="rId8"/>
    <p:sldId id="342" r:id="rId9"/>
    <p:sldId id="343" r:id="rId10"/>
    <p:sldId id="344" r:id="rId11"/>
    <p:sldId id="345" r:id="rId12"/>
    <p:sldId id="349" r:id="rId13"/>
    <p:sldId id="346" r:id="rId14"/>
    <p:sldId id="347" r:id="rId15"/>
    <p:sldId id="373" r:id="rId16"/>
    <p:sldId id="386" r:id="rId17"/>
    <p:sldId id="402" r:id="rId18"/>
    <p:sldId id="391" r:id="rId19"/>
    <p:sldId id="397" r:id="rId20"/>
    <p:sldId id="396" r:id="rId21"/>
    <p:sldId id="375" r:id="rId22"/>
    <p:sldId id="374" r:id="rId23"/>
    <p:sldId id="323" r:id="rId24"/>
    <p:sldId id="382" r:id="rId25"/>
    <p:sldId id="303" r:id="rId26"/>
    <p:sldId id="304" r:id="rId27"/>
    <p:sldId id="305" r:id="rId28"/>
    <p:sldId id="298" r:id="rId29"/>
    <p:sldId id="299" r:id="rId30"/>
    <p:sldId id="376" r:id="rId31"/>
    <p:sldId id="326" r:id="rId32"/>
    <p:sldId id="283" r:id="rId33"/>
    <p:sldId id="392" r:id="rId34"/>
    <p:sldId id="393" r:id="rId35"/>
    <p:sldId id="394" r:id="rId36"/>
    <p:sldId id="395" r:id="rId37"/>
    <p:sldId id="329" r:id="rId38"/>
    <p:sldId id="383" r:id="rId39"/>
    <p:sldId id="384" r:id="rId40"/>
    <p:sldId id="385" r:id="rId41"/>
    <p:sldId id="308" r:id="rId42"/>
    <p:sldId id="390" r:id="rId43"/>
    <p:sldId id="389" r:id="rId44"/>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050"/>
    <a:srgbClr val="CCFFFF"/>
    <a:srgbClr val="996633"/>
    <a:srgbClr val="FFCCCC"/>
    <a:srgbClr val="FFFFCC"/>
    <a:srgbClr val="FFFFFF"/>
    <a:srgbClr val="0000CC"/>
    <a:srgbClr val="99CCFF"/>
    <a:srgbClr val="99FFCC"/>
    <a:srgbClr val="99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28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en-US"/>
          </a:p>
        </p:txBody>
      </p:sp>
      <p:sp>
        <p:nvSpPr>
          <p:cNvPr id="2457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endParaRPr lang="en-US"/>
          </a:p>
        </p:txBody>
      </p:sp>
      <p:sp>
        <p:nvSpPr>
          <p:cNvPr id="921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458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58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p>
        </p:txBody>
      </p:sp>
      <p:sp>
        <p:nvSpPr>
          <p:cNvPr id="2458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0AA389E5-E703-478C-8F98-F79BD754FAB1}" type="slidenum">
              <a:rPr lang="en-US"/>
              <a:pPr>
                <a:defRPr/>
              </a:pPr>
              <a:t>‹#›</a:t>
            </a:fld>
            <a:endParaRPr lang="en-US"/>
          </a:p>
        </p:txBody>
      </p:sp>
    </p:spTree>
    <p:extLst>
      <p:ext uri="{BB962C8B-B14F-4D97-AF65-F5344CB8AC3E}">
        <p14:creationId xmlns:p14="http://schemas.microsoft.com/office/powerpoint/2010/main" val="16086657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423CD447-0FAD-41E1-AE4D-FE59A68F677D}" type="slidenum">
              <a:rPr lang="en-US" smtClean="0">
                <a:ea typeface="ＭＳ Ｐゴシック" pitchFamily="34" charset="-128"/>
              </a:rPr>
              <a:pPr/>
              <a:t>2</a:t>
            </a:fld>
            <a:endParaRPr lang="en-US">
              <a:ea typeface="ＭＳ Ｐゴシック" pitchFamily="34" charset="-128"/>
            </a:endParaRPr>
          </a:p>
        </p:txBody>
      </p:sp>
      <p:sp>
        <p:nvSpPr>
          <p:cNvPr id="57347" name="Rectangle 2"/>
          <p:cNvSpPr>
            <a:spLocks noGrp="1" noRot="1" noChangeAspect="1" noChangeArrowheads="1" noTextEdit="1"/>
          </p:cNvSpPr>
          <p:nvPr>
            <p:ph type="sldImg"/>
          </p:nvPr>
        </p:nvSpPr>
        <p:spPr>
          <a:xfrm>
            <a:off x="1144588" y="685800"/>
            <a:ext cx="4570412" cy="3429000"/>
          </a:xfrm>
          <a:ln/>
        </p:spPr>
      </p:sp>
      <p:sp>
        <p:nvSpPr>
          <p:cNvPr id="57348"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4256734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157AE857-59A2-41FC-81BB-DFE063A2DF79}" type="slidenum">
              <a:rPr lang="en-US" smtClean="0"/>
              <a:pPr/>
              <a:t>25</a:t>
            </a:fld>
            <a:endParaRPr lang="en-US"/>
          </a:p>
        </p:txBody>
      </p:sp>
      <p:sp>
        <p:nvSpPr>
          <p:cNvPr id="93187" name="Rectangle 2"/>
          <p:cNvSpPr>
            <a:spLocks noGrp="1" noRot="1" noChangeAspect="1" noChangeArrowheads="1" noTextEdit="1"/>
          </p:cNvSpPr>
          <p:nvPr>
            <p:ph type="sldImg"/>
          </p:nvPr>
        </p:nvSpPr>
        <p:spPr>
          <a:xfrm>
            <a:off x="1152525" y="692150"/>
            <a:ext cx="4554538" cy="3416300"/>
          </a:xfrm>
          <a:ln/>
        </p:spPr>
      </p:sp>
      <p:sp>
        <p:nvSpPr>
          <p:cNvPr id="93188" name="Rectangle 3"/>
          <p:cNvSpPr>
            <a:spLocks noGrp="1" noChangeArrowheads="1"/>
          </p:cNvSpPr>
          <p:nvPr>
            <p:ph type="body" idx="1"/>
          </p:nvPr>
        </p:nvSpPr>
        <p:spPr>
          <a:xfrm>
            <a:off x="914400" y="4343400"/>
            <a:ext cx="5029200" cy="4114800"/>
          </a:xfrm>
          <a:noFill/>
          <a:ln/>
        </p:spPr>
        <p:txBody>
          <a:bodyPr/>
          <a:lstStyle/>
          <a:p>
            <a:endParaRPr lang="en-US"/>
          </a:p>
        </p:txBody>
      </p:sp>
    </p:spTree>
    <p:extLst>
      <p:ext uri="{BB962C8B-B14F-4D97-AF65-F5344CB8AC3E}">
        <p14:creationId xmlns:p14="http://schemas.microsoft.com/office/powerpoint/2010/main" val="1601125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7DE22C2-FCDD-433B-B609-B3DFB9E9948D}"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D28B5E0-045C-421D-B430-3AA3F47CE1AB}"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21FFF27-B268-4067-8ED5-1CB1E3387EE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B150466-B7F6-4D0D-ABAD-CD59BFCC290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45CA268C-98C5-4C9F-8A0A-D08196EB5E93}"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6B3849B4-8EF5-41E5-9C1C-8245EDB4FA48}"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3462BA07-A1B2-412C-93BF-E381163F6C7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96F6C14-541B-46B4-9C8A-C5C7010C9347}"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4FE706E-B3DC-4512-8DD0-95580375F18D}"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EA38335-FC57-4939-A5A0-4164A3AE53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155541D-C8E1-4DC7-88E9-44AD6F99E10B}"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5B3C65D4-BF06-4A55-BE3C-B5D0A0DAB8A0}"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638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BBC0F06C-0945-41C7-BDCC-B561702F064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http://upload.wikimedia.org/wikipedia/en/0/0a/JU-logo.png"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7.wmf"/><Relationship Id="rId5" Type="http://schemas.openxmlformats.org/officeDocument/2006/relationships/oleObject" Target="../embeddings/oleObject2.bin"/><Relationship Id="rId4" Type="http://schemas.openxmlformats.org/officeDocument/2006/relationships/image" Target="../media/image6.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p:cNvSpPr txBox="1">
            <a:spLocks noGrp="1"/>
          </p:cNvSpPr>
          <p:nvPr/>
        </p:nvSpPr>
        <p:spPr bwMode="auto">
          <a:xfrm>
            <a:off x="6553200" y="6245225"/>
            <a:ext cx="2133600" cy="476250"/>
          </a:xfrm>
          <a:prstGeom prst="rect">
            <a:avLst/>
          </a:prstGeom>
          <a:noFill/>
          <a:ln w="9525">
            <a:noFill/>
            <a:miter lim="800000"/>
            <a:headEnd/>
            <a:tailEnd/>
          </a:ln>
        </p:spPr>
        <p:txBody>
          <a:bodyPr/>
          <a:lstStyle/>
          <a:p>
            <a:pPr algn="r"/>
            <a:fld id="{03FF44EB-AEBC-4387-A6B8-1C44C9AF0409}" type="slidenum">
              <a:rPr lang="en-US" sz="1400">
                <a:latin typeface="Arial" charset="0"/>
                <a:cs typeface="Arial" charset="0"/>
              </a:rPr>
              <a:pPr algn="r"/>
              <a:t>1</a:t>
            </a:fld>
            <a:endParaRPr lang="en-US" sz="1400">
              <a:latin typeface="Arial" charset="0"/>
              <a:cs typeface="Arial" charset="0"/>
            </a:endParaRPr>
          </a:p>
        </p:txBody>
      </p:sp>
      <p:sp>
        <p:nvSpPr>
          <p:cNvPr id="11267" name="Text Box 4"/>
          <p:cNvSpPr txBox="1">
            <a:spLocks noChangeArrowheads="1"/>
          </p:cNvSpPr>
          <p:nvPr/>
        </p:nvSpPr>
        <p:spPr bwMode="auto">
          <a:xfrm>
            <a:off x="533400" y="3886200"/>
            <a:ext cx="7924800" cy="1570038"/>
          </a:xfrm>
          <a:prstGeom prst="rect">
            <a:avLst/>
          </a:prstGeom>
          <a:solidFill>
            <a:srgbClr val="FFFF66"/>
          </a:solidFill>
          <a:ln w="9525">
            <a:noFill/>
            <a:miter lim="800000"/>
            <a:headEnd/>
            <a:tailEnd/>
          </a:ln>
        </p:spPr>
        <p:txBody>
          <a:bodyPr>
            <a:spAutoFit/>
          </a:bodyPr>
          <a:lstStyle/>
          <a:p>
            <a:r>
              <a:rPr lang="en-US" b="1" dirty="0">
                <a:solidFill>
                  <a:schemeClr val="accent2"/>
                </a:solidFill>
                <a:cs typeface="Arial" charset="0"/>
              </a:rPr>
              <a:t>Dr.  Md. </a:t>
            </a:r>
            <a:r>
              <a:rPr lang="en-US" b="1" dirty="0" err="1">
                <a:solidFill>
                  <a:schemeClr val="accent2"/>
                </a:solidFill>
                <a:cs typeface="Arial" charset="0"/>
              </a:rPr>
              <a:t>Imdadul</a:t>
            </a:r>
            <a:r>
              <a:rPr lang="en-US" b="1" dirty="0">
                <a:solidFill>
                  <a:schemeClr val="accent2"/>
                </a:solidFill>
                <a:cs typeface="Arial" charset="0"/>
              </a:rPr>
              <a:t> Islam</a:t>
            </a:r>
            <a:endParaRPr lang="en-US" dirty="0">
              <a:solidFill>
                <a:schemeClr val="accent2"/>
              </a:solidFill>
              <a:cs typeface="Arial" charset="0"/>
            </a:endParaRPr>
          </a:p>
          <a:p>
            <a:r>
              <a:rPr lang="en-US" dirty="0">
                <a:cs typeface="Arial" charset="0"/>
              </a:rPr>
              <a:t>Professor, Department of Computer Science and Engineering</a:t>
            </a:r>
          </a:p>
          <a:p>
            <a:r>
              <a:rPr lang="en-US" dirty="0" err="1">
                <a:cs typeface="Arial" charset="0"/>
              </a:rPr>
              <a:t>Jahangirnagar</a:t>
            </a:r>
            <a:r>
              <a:rPr lang="en-US" dirty="0">
                <a:cs typeface="Arial" charset="0"/>
              </a:rPr>
              <a:t> University </a:t>
            </a:r>
          </a:p>
          <a:p>
            <a:r>
              <a:rPr lang="en-US" i="1" dirty="0">
                <a:cs typeface="Arial" charset="0"/>
              </a:rPr>
              <a:t>www. juniv.edu</a:t>
            </a:r>
          </a:p>
        </p:txBody>
      </p:sp>
      <p:sp>
        <p:nvSpPr>
          <p:cNvPr id="11268" name="TextBox 3"/>
          <p:cNvSpPr txBox="1">
            <a:spLocks noChangeArrowheads="1"/>
          </p:cNvSpPr>
          <p:nvPr/>
        </p:nvSpPr>
        <p:spPr bwMode="auto">
          <a:xfrm>
            <a:off x="304800" y="1905000"/>
            <a:ext cx="8534400" cy="1938992"/>
          </a:xfrm>
          <a:prstGeom prst="rect">
            <a:avLst/>
          </a:prstGeom>
          <a:noFill/>
          <a:ln w="9525">
            <a:noFill/>
            <a:miter lim="800000"/>
            <a:headEnd/>
            <a:tailEnd/>
          </a:ln>
        </p:spPr>
        <p:txBody>
          <a:bodyPr wrap="square">
            <a:spAutoFit/>
          </a:bodyPr>
          <a:lstStyle/>
          <a:p>
            <a:pPr algn="ctr"/>
            <a:r>
              <a:rPr lang="en-US" sz="6000" b="1" dirty="0">
                <a:solidFill>
                  <a:srgbClr val="FF0000"/>
                </a:solidFill>
              </a:rPr>
              <a:t>Wireless Networks</a:t>
            </a:r>
          </a:p>
          <a:p>
            <a:pPr algn="ctr"/>
            <a:r>
              <a:rPr lang="en-US" sz="6000" b="1" dirty="0">
                <a:solidFill>
                  <a:srgbClr val="FF0000"/>
                </a:solidFill>
              </a:rPr>
              <a:t>CSE 453</a:t>
            </a:r>
          </a:p>
        </p:txBody>
      </p:sp>
      <p:pic>
        <p:nvPicPr>
          <p:cNvPr id="11269" name="il_fi" descr="http://upload.wikimedia.org/wikipedia/en/0/0a/JU-logo.png"/>
          <p:cNvPicPr>
            <a:picLocks noChangeAspect="1" noChangeArrowheads="1"/>
          </p:cNvPicPr>
          <p:nvPr/>
        </p:nvPicPr>
        <p:blipFill>
          <a:blip r:embed="rId2" r:link="rId3"/>
          <a:srcRect/>
          <a:stretch>
            <a:fillRect/>
          </a:stretch>
        </p:blipFill>
        <p:spPr bwMode="auto">
          <a:xfrm>
            <a:off x="0" y="0"/>
            <a:ext cx="1100516" cy="1295400"/>
          </a:xfrm>
          <a:prstGeom prst="rect">
            <a:avLst/>
          </a:prstGeom>
          <a:noFill/>
          <a:ln w="9525">
            <a:noFill/>
            <a:miter lim="800000"/>
            <a:headEnd/>
            <a:tailEnd/>
          </a:ln>
        </p:spPr>
      </p:pic>
    </p:spTree>
    <p:extLst>
      <p:ext uri="{BB962C8B-B14F-4D97-AF65-F5344CB8AC3E}">
        <p14:creationId xmlns:p14="http://schemas.microsoft.com/office/powerpoint/2010/main" val="14761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1906588" y="833438"/>
            <a:ext cx="5486400" cy="5181600"/>
            <a:chOff x="1008" y="768"/>
            <a:chExt cx="3456" cy="3264"/>
          </a:xfrm>
        </p:grpSpPr>
        <p:sp>
          <p:nvSpPr>
            <p:cNvPr id="29721" name="Oval 4"/>
            <p:cNvSpPr>
              <a:spLocks noChangeAspect="1" noChangeArrowheads="1"/>
            </p:cNvSpPr>
            <p:nvPr/>
          </p:nvSpPr>
          <p:spPr bwMode="auto">
            <a:xfrm>
              <a:off x="1008" y="768"/>
              <a:ext cx="3456" cy="3264"/>
            </a:xfrm>
            <a:prstGeom prst="ellipse">
              <a:avLst/>
            </a:prstGeom>
            <a:solidFill>
              <a:schemeClr val="accent1"/>
            </a:solidFill>
            <a:ln w="9525">
              <a:solidFill>
                <a:schemeClr val="tx1"/>
              </a:solidFill>
              <a:round/>
              <a:headEnd/>
              <a:tailEnd/>
            </a:ln>
          </p:spPr>
          <p:txBody>
            <a:bodyPr wrap="none" anchor="ctr"/>
            <a:lstStyle/>
            <a:p>
              <a:pPr algn="ctr">
                <a:defRPr/>
              </a:pPr>
              <a:endParaRPr lang="en-US">
                <a:latin typeface="+mj-lt"/>
              </a:endParaRPr>
            </a:p>
          </p:txBody>
        </p:sp>
        <p:sp>
          <p:nvSpPr>
            <p:cNvPr id="29722" name="Oval 5"/>
            <p:cNvSpPr>
              <a:spLocks noChangeAspect="1" noChangeArrowheads="1"/>
            </p:cNvSpPr>
            <p:nvPr/>
          </p:nvSpPr>
          <p:spPr bwMode="auto">
            <a:xfrm>
              <a:off x="1527" y="1258"/>
              <a:ext cx="2418" cy="2284"/>
            </a:xfrm>
            <a:prstGeom prst="ellipse">
              <a:avLst/>
            </a:prstGeom>
            <a:solidFill>
              <a:srgbClr val="FFFF99"/>
            </a:solidFill>
            <a:ln w="9525">
              <a:solidFill>
                <a:schemeClr val="tx1"/>
              </a:solidFill>
              <a:round/>
              <a:headEnd/>
              <a:tailEnd/>
            </a:ln>
          </p:spPr>
          <p:txBody>
            <a:bodyPr wrap="none" anchor="ctr"/>
            <a:lstStyle/>
            <a:p>
              <a:pPr>
                <a:defRPr/>
              </a:pPr>
              <a:endParaRPr lang="en-US">
                <a:latin typeface="+mj-lt"/>
              </a:endParaRPr>
            </a:p>
          </p:txBody>
        </p:sp>
        <p:sp>
          <p:nvSpPr>
            <p:cNvPr id="29723" name="Oval 6"/>
            <p:cNvSpPr>
              <a:spLocks noChangeAspect="1" noChangeArrowheads="1"/>
            </p:cNvSpPr>
            <p:nvPr/>
          </p:nvSpPr>
          <p:spPr bwMode="auto">
            <a:xfrm>
              <a:off x="2059" y="1761"/>
              <a:ext cx="1353" cy="1278"/>
            </a:xfrm>
            <a:prstGeom prst="ellipse">
              <a:avLst/>
            </a:prstGeom>
            <a:solidFill>
              <a:schemeClr val="folHlink"/>
            </a:solidFill>
            <a:ln w="9525">
              <a:solidFill>
                <a:schemeClr val="tx1"/>
              </a:solidFill>
              <a:round/>
              <a:headEnd/>
              <a:tailEnd/>
            </a:ln>
          </p:spPr>
          <p:txBody>
            <a:bodyPr wrap="none" anchor="ctr"/>
            <a:lstStyle/>
            <a:p>
              <a:pPr>
                <a:defRPr/>
              </a:pPr>
              <a:endParaRPr lang="en-US">
                <a:latin typeface="+mj-lt"/>
              </a:endParaRPr>
            </a:p>
          </p:txBody>
        </p:sp>
        <p:sp>
          <p:nvSpPr>
            <p:cNvPr id="29724" name="Oval 7"/>
            <p:cNvSpPr>
              <a:spLocks noChangeAspect="1" noChangeArrowheads="1"/>
            </p:cNvSpPr>
            <p:nvPr/>
          </p:nvSpPr>
          <p:spPr bwMode="auto">
            <a:xfrm>
              <a:off x="2445" y="2125"/>
              <a:ext cx="582" cy="550"/>
            </a:xfrm>
            <a:prstGeom prst="ellipse">
              <a:avLst/>
            </a:prstGeom>
            <a:solidFill>
              <a:srgbClr val="DDDDDD"/>
            </a:solidFill>
            <a:ln w="9525">
              <a:solidFill>
                <a:schemeClr val="tx1"/>
              </a:solidFill>
              <a:round/>
              <a:headEnd/>
              <a:tailEnd/>
            </a:ln>
          </p:spPr>
          <p:txBody>
            <a:bodyPr wrap="none" anchor="ctr"/>
            <a:lstStyle/>
            <a:p>
              <a:pPr>
                <a:defRPr/>
              </a:pPr>
              <a:endParaRPr lang="en-US">
                <a:latin typeface="+mj-lt"/>
              </a:endParaRPr>
            </a:p>
          </p:txBody>
        </p:sp>
      </p:grpSp>
      <p:sp>
        <p:nvSpPr>
          <p:cNvPr id="5123" name="WordArt 8"/>
          <p:cNvSpPr>
            <a:spLocks noChangeArrowheads="1" noChangeShapeType="1" noTextEdit="1"/>
          </p:cNvSpPr>
          <p:nvPr/>
        </p:nvSpPr>
        <p:spPr bwMode="auto">
          <a:xfrm>
            <a:off x="4306888" y="1062038"/>
            <a:ext cx="685800" cy="266700"/>
          </a:xfrm>
          <a:prstGeom prst="rect">
            <a:avLst/>
          </a:prstGeom>
        </p:spPr>
        <p:txBody>
          <a:bodyPr wrap="none" fromWordArt="1">
            <a:prstTxWarp prst="textPlain">
              <a:avLst>
                <a:gd name="adj" fmla="val 50000"/>
              </a:avLst>
            </a:prstTxWarp>
          </a:bodyPr>
          <a:lstStyle/>
          <a:p>
            <a:pPr algn="ctr"/>
            <a:r>
              <a:rPr lang="en-US" sz="3600" b="1" kern="10" dirty="0">
                <a:ln w="9525">
                  <a:solidFill>
                    <a:srgbClr val="000000"/>
                  </a:solidFill>
                  <a:round/>
                  <a:headEnd/>
                  <a:tailEnd/>
                </a:ln>
                <a:solidFill>
                  <a:srgbClr val="FF0000"/>
                </a:solidFill>
                <a:latin typeface="+mj-lt"/>
                <a:ea typeface="+mj-lt"/>
                <a:cs typeface="+mj-lt"/>
              </a:rPr>
              <a:t>WAN</a:t>
            </a:r>
          </a:p>
        </p:txBody>
      </p:sp>
      <p:sp>
        <p:nvSpPr>
          <p:cNvPr id="5124" name="WordArt 9"/>
          <p:cNvSpPr>
            <a:spLocks noChangeArrowheads="1" noChangeShapeType="1" noTextEdit="1"/>
          </p:cNvSpPr>
          <p:nvPr/>
        </p:nvSpPr>
        <p:spPr bwMode="auto">
          <a:xfrm>
            <a:off x="4306888" y="1862138"/>
            <a:ext cx="685800" cy="266700"/>
          </a:xfrm>
          <a:prstGeom prst="rect">
            <a:avLst/>
          </a:prstGeom>
        </p:spPr>
        <p:txBody>
          <a:bodyPr wrap="none" fromWordArt="1">
            <a:prstTxWarp prst="textPlain">
              <a:avLst>
                <a:gd name="adj" fmla="val 50000"/>
              </a:avLst>
            </a:prstTxWarp>
          </a:bodyPr>
          <a:lstStyle/>
          <a:p>
            <a:pPr algn="ctr"/>
            <a:r>
              <a:rPr lang="en-US" sz="3600" kern="10">
                <a:ln w="9525">
                  <a:solidFill>
                    <a:srgbClr val="000000"/>
                  </a:solidFill>
                  <a:round/>
                  <a:headEnd/>
                  <a:tailEnd/>
                </a:ln>
                <a:latin typeface="+mj-lt"/>
                <a:ea typeface="+mj-lt"/>
                <a:cs typeface="+mj-lt"/>
              </a:rPr>
              <a:t>MAN</a:t>
            </a:r>
          </a:p>
        </p:txBody>
      </p:sp>
      <p:sp>
        <p:nvSpPr>
          <p:cNvPr id="5125" name="WordArt 10"/>
          <p:cNvSpPr>
            <a:spLocks noChangeArrowheads="1" noChangeShapeType="1" noTextEdit="1"/>
          </p:cNvSpPr>
          <p:nvPr/>
        </p:nvSpPr>
        <p:spPr bwMode="auto">
          <a:xfrm>
            <a:off x="4306888" y="2547938"/>
            <a:ext cx="685800" cy="266700"/>
          </a:xfrm>
          <a:prstGeom prst="rect">
            <a:avLst/>
          </a:prstGeom>
        </p:spPr>
        <p:txBody>
          <a:bodyPr wrap="none" fromWordArt="1">
            <a:prstTxWarp prst="textPlain">
              <a:avLst>
                <a:gd name="adj" fmla="val 50000"/>
              </a:avLst>
            </a:prstTxWarp>
          </a:bodyPr>
          <a:lstStyle/>
          <a:p>
            <a:pPr algn="ctr"/>
            <a:r>
              <a:rPr lang="en-US" sz="3600" kern="10">
                <a:ln w="9525">
                  <a:solidFill>
                    <a:srgbClr val="000000"/>
                  </a:solidFill>
                  <a:round/>
                  <a:headEnd/>
                  <a:tailEnd/>
                </a:ln>
                <a:latin typeface="+mj-lt"/>
                <a:ea typeface="+mj-lt"/>
                <a:cs typeface="+mj-lt"/>
              </a:rPr>
              <a:t>LAN</a:t>
            </a:r>
          </a:p>
        </p:txBody>
      </p:sp>
      <p:sp>
        <p:nvSpPr>
          <p:cNvPr id="5126" name="WordArt 11"/>
          <p:cNvSpPr>
            <a:spLocks noChangeArrowheads="1" noChangeShapeType="1" noTextEdit="1"/>
          </p:cNvSpPr>
          <p:nvPr/>
        </p:nvSpPr>
        <p:spPr bwMode="auto">
          <a:xfrm>
            <a:off x="4306888" y="3271838"/>
            <a:ext cx="685800" cy="266700"/>
          </a:xfrm>
          <a:prstGeom prst="rect">
            <a:avLst/>
          </a:prstGeom>
        </p:spPr>
        <p:txBody>
          <a:bodyPr wrap="none" fromWordArt="1">
            <a:prstTxWarp prst="textPlain">
              <a:avLst>
                <a:gd name="adj" fmla="val 50000"/>
              </a:avLst>
            </a:prstTxWarp>
          </a:bodyPr>
          <a:lstStyle/>
          <a:p>
            <a:pPr algn="ctr"/>
            <a:r>
              <a:rPr lang="en-US" sz="3600" kern="10">
                <a:ln w="9525">
                  <a:solidFill>
                    <a:srgbClr val="000000"/>
                  </a:solidFill>
                  <a:round/>
                  <a:headEnd/>
                  <a:tailEnd/>
                </a:ln>
                <a:latin typeface="+mj-lt"/>
                <a:ea typeface="+mj-lt"/>
                <a:cs typeface="+mj-lt"/>
              </a:rPr>
              <a:t>PAN</a:t>
            </a:r>
          </a:p>
        </p:txBody>
      </p:sp>
      <p:sp>
        <p:nvSpPr>
          <p:cNvPr id="29703" name="Text Box 12"/>
          <p:cNvSpPr txBox="1">
            <a:spLocks noChangeArrowheads="1"/>
          </p:cNvSpPr>
          <p:nvPr/>
        </p:nvSpPr>
        <p:spPr bwMode="auto">
          <a:xfrm>
            <a:off x="6843713" y="1169988"/>
            <a:ext cx="184150" cy="461962"/>
          </a:xfrm>
          <a:prstGeom prst="rect">
            <a:avLst/>
          </a:prstGeom>
          <a:noFill/>
          <a:ln w="9525">
            <a:noFill/>
            <a:miter lim="800000"/>
            <a:headEnd/>
            <a:tailEnd/>
          </a:ln>
        </p:spPr>
        <p:txBody>
          <a:bodyPr wrap="none">
            <a:spAutoFit/>
          </a:bodyPr>
          <a:lstStyle/>
          <a:p>
            <a:pPr>
              <a:defRPr/>
            </a:pPr>
            <a:endParaRPr lang="en-US">
              <a:latin typeface="+mj-lt"/>
            </a:endParaRPr>
          </a:p>
        </p:txBody>
      </p:sp>
      <p:sp>
        <p:nvSpPr>
          <p:cNvPr id="29704" name="Text Box 13"/>
          <p:cNvSpPr txBox="1">
            <a:spLocks noChangeArrowheads="1"/>
          </p:cNvSpPr>
          <p:nvPr/>
        </p:nvSpPr>
        <p:spPr bwMode="auto">
          <a:xfrm>
            <a:off x="6859588" y="1062038"/>
            <a:ext cx="2085975" cy="1200150"/>
          </a:xfrm>
          <a:prstGeom prst="rect">
            <a:avLst/>
          </a:prstGeom>
          <a:noFill/>
          <a:ln w="9525">
            <a:noFill/>
            <a:miter lim="800000"/>
            <a:headEnd/>
            <a:tailEnd/>
          </a:ln>
        </p:spPr>
        <p:txBody>
          <a:bodyPr wrap="none">
            <a:spAutoFit/>
          </a:bodyPr>
          <a:lstStyle/>
          <a:p>
            <a:pPr>
              <a:defRPr/>
            </a:pPr>
            <a:r>
              <a:rPr lang="en-US">
                <a:latin typeface="+mj-lt"/>
              </a:rPr>
              <a:t>GSM, CDMA, </a:t>
            </a:r>
            <a:br>
              <a:rPr lang="en-US">
                <a:latin typeface="+mj-lt"/>
              </a:rPr>
            </a:br>
            <a:r>
              <a:rPr lang="en-US">
                <a:latin typeface="+mj-lt"/>
              </a:rPr>
              <a:t>UMTS…</a:t>
            </a:r>
          </a:p>
          <a:p>
            <a:pPr>
              <a:defRPr/>
            </a:pPr>
            <a:r>
              <a:rPr lang="en-US">
                <a:latin typeface="+mj-lt"/>
              </a:rPr>
              <a:t>3GPP</a:t>
            </a:r>
          </a:p>
        </p:txBody>
      </p:sp>
      <p:sp>
        <p:nvSpPr>
          <p:cNvPr id="29705" name="Line 14"/>
          <p:cNvSpPr>
            <a:spLocks noChangeShapeType="1"/>
          </p:cNvSpPr>
          <p:nvPr/>
        </p:nvSpPr>
        <p:spPr bwMode="auto">
          <a:xfrm flipH="1">
            <a:off x="6326188" y="1443038"/>
            <a:ext cx="533400" cy="304800"/>
          </a:xfrm>
          <a:prstGeom prst="line">
            <a:avLst/>
          </a:prstGeom>
          <a:noFill/>
          <a:ln w="28575">
            <a:solidFill>
              <a:schemeClr val="tx1"/>
            </a:solidFill>
            <a:round/>
            <a:headEnd/>
            <a:tailEnd/>
          </a:ln>
        </p:spPr>
        <p:txBody>
          <a:bodyPr/>
          <a:lstStyle/>
          <a:p>
            <a:pPr>
              <a:defRPr/>
            </a:pPr>
            <a:endParaRPr lang="en-US">
              <a:latin typeface="+mj-lt"/>
            </a:endParaRPr>
          </a:p>
        </p:txBody>
      </p:sp>
      <p:sp>
        <p:nvSpPr>
          <p:cNvPr id="29706" name="Text Box 15"/>
          <p:cNvSpPr txBox="1">
            <a:spLocks noChangeArrowheads="1"/>
          </p:cNvSpPr>
          <p:nvPr/>
        </p:nvSpPr>
        <p:spPr bwMode="auto">
          <a:xfrm>
            <a:off x="6597650" y="5253038"/>
            <a:ext cx="2184400" cy="461962"/>
          </a:xfrm>
          <a:prstGeom prst="rect">
            <a:avLst/>
          </a:prstGeom>
          <a:noFill/>
          <a:ln w="9525">
            <a:noFill/>
            <a:miter lim="800000"/>
            <a:headEnd/>
            <a:tailEnd/>
          </a:ln>
        </p:spPr>
        <p:txBody>
          <a:bodyPr wrap="none">
            <a:spAutoFit/>
          </a:bodyPr>
          <a:lstStyle/>
          <a:p>
            <a:pPr>
              <a:defRPr/>
            </a:pPr>
            <a:r>
              <a:rPr lang="en-US">
                <a:latin typeface="+mj-lt"/>
              </a:rPr>
              <a:t>802.16 WiMAX</a:t>
            </a:r>
          </a:p>
        </p:txBody>
      </p:sp>
      <p:sp>
        <p:nvSpPr>
          <p:cNvPr id="29707" name="Line 16"/>
          <p:cNvSpPr>
            <a:spLocks noChangeShapeType="1"/>
          </p:cNvSpPr>
          <p:nvPr/>
        </p:nvSpPr>
        <p:spPr bwMode="auto">
          <a:xfrm flipH="1" flipV="1">
            <a:off x="5611813" y="4408488"/>
            <a:ext cx="1524000" cy="838200"/>
          </a:xfrm>
          <a:prstGeom prst="line">
            <a:avLst/>
          </a:prstGeom>
          <a:noFill/>
          <a:ln w="28575">
            <a:solidFill>
              <a:schemeClr val="tx1"/>
            </a:solidFill>
            <a:round/>
            <a:headEnd/>
            <a:tailEnd/>
          </a:ln>
        </p:spPr>
        <p:txBody>
          <a:bodyPr/>
          <a:lstStyle/>
          <a:p>
            <a:pPr>
              <a:defRPr/>
            </a:pPr>
            <a:endParaRPr lang="en-US">
              <a:latin typeface="+mj-lt"/>
            </a:endParaRPr>
          </a:p>
        </p:txBody>
      </p:sp>
      <p:sp>
        <p:nvSpPr>
          <p:cNvPr id="29708" name="Text Box 17"/>
          <p:cNvSpPr txBox="1">
            <a:spLocks noChangeArrowheads="1"/>
          </p:cNvSpPr>
          <p:nvPr/>
        </p:nvSpPr>
        <p:spPr bwMode="auto">
          <a:xfrm>
            <a:off x="533400" y="4643438"/>
            <a:ext cx="1712913" cy="830262"/>
          </a:xfrm>
          <a:prstGeom prst="rect">
            <a:avLst/>
          </a:prstGeom>
          <a:noFill/>
          <a:ln w="9525">
            <a:noFill/>
            <a:miter lim="800000"/>
            <a:headEnd/>
            <a:tailEnd/>
          </a:ln>
        </p:spPr>
        <p:txBody>
          <a:bodyPr>
            <a:spAutoFit/>
          </a:bodyPr>
          <a:lstStyle/>
          <a:p>
            <a:pPr>
              <a:defRPr/>
            </a:pPr>
            <a:r>
              <a:rPr lang="en-US" dirty="0">
                <a:latin typeface="+mj-lt"/>
              </a:rPr>
              <a:t>802.11 </a:t>
            </a:r>
            <a:br>
              <a:rPr lang="en-US" dirty="0">
                <a:latin typeface="+mj-lt"/>
              </a:rPr>
            </a:br>
            <a:r>
              <a:rPr lang="en-US" dirty="0">
                <a:latin typeface="+mj-lt"/>
              </a:rPr>
              <a:t>Wi-Fi</a:t>
            </a:r>
          </a:p>
        </p:txBody>
      </p:sp>
      <p:sp>
        <p:nvSpPr>
          <p:cNvPr id="29709" name="Line 18"/>
          <p:cNvSpPr>
            <a:spLocks noChangeShapeType="1"/>
          </p:cNvSpPr>
          <p:nvPr/>
        </p:nvSpPr>
        <p:spPr bwMode="auto">
          <a:xfrm flipV="1">
            <a:off x="1873250" y="3881438"/>
            <a:ext cx="2319338" cy="1219200"/>
          </a:xfrm>
          <a:prstGeom prst="line">
            <a:avLst/>
          </a:prstGeom>
          <a:noFill/>
          <a:ln w="28575">
            <a:solidFill>
              <a:schemeClr val="tx1"/>
            </a:solidFill>
            <a:round/>
            <a:headEnd/>
            <a:tailEnd/>
          </a:ln>
        </p:spPr>
        <p:txBody>
          <a:bodyPr/>
          <a:lstStyle/>
          <a:p>
            <a:pPr>
              <a:defRPr/>
            </a:pPr>
            <a:endParaRPr lang="en-US">
              <a:latin typeface="+mj-lt"/>
            </a:endParaRPr>
          </a:p>
        </p:txBody>
      </p:sp>
      <p:sp>
        <p:nvSpPr>
          <p:cNvPr id="29710" name="Line 19"/>
          <p:cNvSpPr>
            <a:spLocks noChangeShapeType="1"/>
          </p:cNvSpPr>
          <p:nvPr/>
        </p:nvSpPr>
        <p:spPr bwMode="auto">
          <a:xfrm>
            <a:off x="2201863" y="1712913"/>
            <a:ext cx="2309812" cy="1509712"/>
          </a:xfrm>
          <a:prstGeom prst="line">
            <a:avLst/>
          </a:prstGeom>
          <a:noFill/>
          <a:ln w="28575">
            <a:solidFill>
              <a:schemeClr val="tx1"/>
            </a:solidFill>
            <a:round/>
            <a:headEnd/>
            <a:tailEnd/>
          </a:ln>
        </p:spPr>
        <p:txBody>
          <a:bodyPr/>
          <a:lstStyle/>
          <a:p>
            <a:pPr>
              <a:defRPr/>
            </a:pPr>
            <a:endParaRPr lang="en-US">
              <a:latin typeface="+mj-lt"/>
            </a:endParaRPr>
          </a:p>
        </p:txBody>
      </p:sp>
      <p:sp>
        <p:nvSpPr>
          <p:cNvPr id="29711" name="Text Box 20"/>
          <p:cNvSpPr txBox="1">
            <a:spLocks noChangeArrowheads="1"/>
          </p:cNvSpPr>
          <p:nvPr/>
        </p:nvSpPr>
        <p:spPr bwMode="auto">
          <a:xfrm>
            <a:off x="457200" y="909638"/>
            <a:ext cx="1600200" cy="1938337"/>
          </a:xfrm>
          <a:prstGeom prst="rect">
            <a:avLst/>
          </a:prstGeom>
          <a:noFill/>
          <a:ln w="9525">
            <a:noFill/>
            <a:miter lim="800000"/>
            <a:headEnd/>
            <a:tailEnd/>
          </a:ln>
        </p:spPr>
        <p:txBody>
          <a:bodyPr wrap="square">
            <a:spAutoFit/>
          </a:bodyPr>
          <a:lstStyle/>
          <a:p>
            <a:pPr>
              <a:defRPr/>
            </a:pPr>
            <a:r>
              <a:rPr lang="en-US" dirty="0">
                <a:latin typeface="+mj-lt"/>
              </a:rPr>
              <a:t>802.15.3</a:t>
            </a:r>
          </a:p>
          <a:p>
            <a:pPr>
              <a:defRPr/>
            </a:pPr>
            <a:r>
              <a:rPr lang="en-US" dirty="0">
                <a:latin typeface="+mj-lt"/>
              </a:rPr>
              <a:t>Bluetooth</a:t>
            </a:r>
          </a:p>
          <a:p>
            <a:pPr>
              <a:defRPr/>
            </a:pPr>
            <a:r>
              <a:rPr lang="en-US" dirty="0">
                <a:latin typeface="+mj-lt"/>
              </a:rPr>
              <a:t>60 GHz</a:t>
            </a:r>
          </a:p>
          <a:p>
            <a:pPr>
              <a:defRPr/>
            </a:pPr>
            <a:r>
              <a:rPr lang="en-US" dirty="0">
                <a:latin typeface="+mj-lt"/>
              </a:rPr>
              <a:t>UWB</a:t>
            </a:r>
          </a:p>
          <a:p>
            <a:pPr>
              <a:defRPr/>
            </a:pPr>
            <a:endParaRPr lang="en-US" dirty="0">
              <a:latin typeface="+mj-lt"/>
            </a:endParaRPr>
          </a:p>
        </p:txBody>
      </p:sp>
      <p:sp>
        <p:nvSpPr>
          <p:cNvPr id="5136" name="WordArt 21"/>
          <p:cNvSpPr>
            <a:spLocks noChangeArrowheads="1" noChangeShapeType="1" noTextEdit="1"/>
          </p:cNvSpPr>
          <p:nvPr/>
        </p:nvSpPr>
        <p:spPr bwMode="auto">
          <a:xfrm>
            <a:off x="6173788" y="3322638"/>
            <a:ext cx="685800" cy="266700"/>
          </a:xfrm>
          <a:prstGeom prst="rect">
            <a:avLst/>
          </a:prstGeom>
        </p:spPr>
        <p:txBody>
          <a:bodyPr wrap="none" fromWordArt="1">
            <a:prstTxWarp prst="textPlain">
              <a:avLst>
                <a:gd name="adj" fmla="val 50000"/>
              </a:avLst>
            </a:prstTxWarp>
          </a:bodyPr>
          <a:lstStyle/>
          <a:p>
            <a:pPr algn="ctr"/>
            <a:r>
              <a:rPr lang="en-US" sz="3600" kern="10" dirty="0">
                <a:ln w="9525">
                  <a:solidFill>
                    <a:srgbClr val="000000"/>
                  </a:solidFill>
                  <a:round/>
                  <a:headEnd/>
                  <a:tailEnd/>
                </a:ln>
                <a:solidFill>
                  <a:srgbClr val="FF0000"/>
                </a:solidFill>
                <a:latin typeface="+mj-lt"/>
                <a:ea typeface="+mj-lt"/>
                <a:cs typeface="+mj-lt"/>
              </a:rPr>
              <a:t>RAN</a:t>
            </a:r>
          </a:p>
        </p:txBody>
      </p:sp>
      <p:sp>
        <p:nvSpPr>
          <p:cNvPr id="29713" name="Text Box 22"/>
          <p:cNvSpPr txBox="1">
            <a:spLocks noChangeArrowheads="1"/>
          </p:cNvSpPr>
          <p:nvPr/>
        </p:nvSpPr>
        <p:spPr bwMode="auto">
          <a:xfrm>
            <a:off x="7621588" y="3271838"/>
            <a:ext cx="1030287" cy="461962"/>
          </a:xfrm>
          <a:prstGeom prst="rect">
            <a:avLst/>
          </a:prstGeom>
          <a:noFill/>
          <a:ln w="9525">
            <a:noFill/>
            <a:miter lim="800000"/>
            <a:headEnd/>
            <a:tailEnd/>
          </a:ln>
        </p:spPr>
        <p:txBody>
          <a:bodyPr wrap="none">
            <a:spAutoFit/>
          </a:bodyPr>
          <a:lstStyle/>
          <a:p>
            <a:pPr>
              <a:defRPr/>
            </a:pPr>
            <a:r>
              <a:rPr lang="en-US">
                <a:latin typeface="+mj-lt"/>
              </a:rPr>
              <a:t>802.22</a:t>
            </a:r>
          </a:p>
        </p:txBody>
      </p:sp>
      <p:sp>
        <p:nvSpPr>
          <p:cNvPr id="29714" name="Line 23"/>
          <p:cNvSpPr>
            <a:spLocks noChangeShapeType="1"/>
          </p:cNvSpPr>
          <p:nvPr/>
        </p:nvSpPr>
        <p:spPr bwMode="auto">
          <a:xfrm flipH="1">
            <a:off x="6935788" y="3455988"/>
            <a:ext cx="685800" cy="0"/>
          </a:xfrm>
          <a:prstGeom prst="line">
            <a:avLst/>
          </a:prstGeom>
          <a:noFill/>
          <a:ln w="28575">
            <a:solidFill>
              <a:schemeClr val="tx1"/>
            </a:solidFill>
            <a:round/>
            <a:headEnd/>
            <a:tailEnd/>
          </a:ln>
        </p:spPr>
        <p:txBody>
          <a:bodyPr/>
          <a:lstStyle/>
          <a:p>
            <a:pPr>
              <a:defRPr/>
            </a:pPr>
            <a:endParaRPr lang="en-US">
              <a:latin typeface="+mj-lt"/>
            </a:endParaRPr>
          </a:p>
        </p:txBody>
      </p:sp>
      <p:sp>
        <p:nvSpPr>
          <p:cNvPr id="25624" name="Text Box 24"/>
          <p:cNvSpPr txBox="1">
            <a:spLocks noChangeArrowheads="1"/>
          </p:cNvSpPr>
          <p:nvPr/>
        </p:nvSpPr>
        <p:spPr bwMode="auto">
          <a:xfrm>
            <a:off x="1428750" y="5132388"/>
            <a:ext cx="901700" cy="461962"/>
          </a:xfrm>
          <a:prstGeom prst="rect">
            <a:avLst/>
          </a:prstGeom>
          <a:noFill/>
          <a:ln w="9525">
            <a:noFill/>
            <a:miter lim="800000"/>
            <a:headEnd/>
            <a:tailEnd/>
          </a:ln>
          <a:effectLst/>
        </p:spPr>
        <p:txBody>
          <a:bodyPr wrap="none">
            <a:spAutoFit/>
          </a:bodyPr>
          <a:lstStyle/>
          <a:p>
            <a:pPr>
              <a:defRPr/>
            </a:pPr>
            <a:r>
              <a:rPr lang="en-US" b="1" i="1" dirty="0">
                <a:solidFill>
                  <a:srgbClr val="CC0099"/>
                </a:solidFill>
                <a:effectLst>
                  <a:outerShdw blurRad="38100" dist="38100" dir="2700000" algn="tl">
                    <a:srgbClr val="C0C0C0"/>
                  </a:outerShdw>
                </a:effectLst>
                <a:latin typeface="+mj-lt"/>
                <a:ea typeface="ＭＳ Ｐゴシック" pitchFamily="34" charset="-128"/>
              </a:rPr>
              <a:t>Local</a:t>
            </a:r>
          </a:p>
        </p:txBody>
      </p:sp>
      <p:sp>
        <p:nvSpPr>
          <p:cNvPr id="25625" name="Text Box 25"/>
          <p:cNvSpPr txBox="1">
            <a:spLocks noChangeArrowheads="1"/>
          </p:cNvSpPr>
          <p:nvPr/>
        </p:nvSpPr>
        <p:spPr bwMode="auto">
          <a:xfrm>
            <a:off x="7434263" y="4948238"/>
            <a:ext cx="954087" cy="461962"/>
          </a:xfrm>
          <a:prstGeom prst="rect">
            <a:avLst/>
          </a:prstGeom>
          <a:noFill/>
          <a:ln w="9525">
            <a:noFill/>
            <a:miter lim="800000"/>
            <a:headEnd/>
            <a:tailEnd/>
          </a:ln>
          <a:effectLst/>
        </p:spPr>
        <p:txBody>
          <a:bodyPr wrap="none">
            <a:spAutoFit/>
          </a:bodyPr>
          <a:lstStyle/>
          <a:p>
            <a:pPr>
              <a:defRPr/>
            </a:pPr>
            <a:r>
              <a:rPr lang="en-US" b="1" i="1" dirty="0">
                <a:solidFill>
                  <a:srgbClr val="CC0099"/>
                </a:solidFill>
                <a:effectLst>
                  <a:outerShdw blurRad="38100" dist="38100" dir="2700000" algn="tl">
                    <a:srgbClr val="C0C0C0"/>
                  </a:outerShdw>
                </a:effectLst>
                <a:latin typeface="+mj-lt"/>
                <a:ea typeface="ＭＳ Ｐゴシック" pitchFamily="34" charset="-128"/>
              </a:rPr>
              <a:t>Metro</a:t>
            </a:r>
          </a:p>
        </p:txBody>
      </p:sp>
      <p:sp>
        <p:nvSpPr>
          <p:cNvPr id="25626" name="Text Box 26"/>
          <p:cNvSpPr txBox="1">
            <a:spLocks noChangeArrowheads="1"/>
          </p:cNvSpPr>
          <p:nvPr/>
        </p:nvSpPr>
        <p:spPr bwMode="auto">
          <a:xfrm>
            <a:off x="7359650" y="3576638"/>
            <a:ext cx="1328738" cy="461962"/>
          </a:xfrm>
          <a:prstGeom prst="rect">
            <a:avLst/>
          </a:prstGeom>
          <a:noFill/>
          <a:ln w="9525">
            <a:noFill/>
            <a:miter lim="800000"/>
            <a:headEnd/>
            <a:tailEnd/>
          </a:ln>
          <a:effectLst/>
        </p:spPr>
        <p:txBody>
          <a:bodyPr wrap="none">
            <a:spAutoFit/>
          </a:bodyPr>
          <a:lstStyle/>
          <a:p>
            <a:pPr>
              <a:defRPr/>
            </a:pPr>
            <a:r>
              <a:rPr lang="en-US" b="1" i="1" dirty="0">
                <a:solidFill>
                  <a:srgbClr val="CC0099"/>
                </a:solidFill>
                <a:effectLst>
                  <a:outerShdw blurRad="38100" dist="38100" dir="2700000" algn="tl">
                    <a:srgbClr val="C0C0C0"/>
                  </a:outerShdw>
                </a:effectLst>
                <a:latin typeface="+mj-lt"/>
                <a:ea typeface="ＭＳ Ｐゴシック" pitchFamily="34" charset="-128"/>
              </a:rPr>
              <a:t>Regional</a:t>
            </a:r>
          </a:p>
        </p:txBody>
      </p:sp>
      <p:sp>
        <p:nvSpPr>
          <p:cNvPr id="25627" name="Text Box 27"/>
          <p:cNvSpPr txBox="1">
            <a:spLocks noChangeArrowheads="1"/>
          </p:cNvSpPr>
          <p:nvPr/>
        </p:nvSpPr>
        <p:spPr bwMode="auto">
          <a:xfrm>
            <a:off x="533400" y="381000"/>
            <a:ext cx="1312863" cy="461963"/>
          </a:xfrm>
          <a:prstGeom prst="rect">
            <a:avLst/>
          </a:prstGeom>
          <a:noFill/>
          <a:ln w="9525">
            <a:noFill/>
            <a:miter lim="800000"/>
            <a:headEnd/>
            <a:tailEnd/>
          </a:ln>
          <a:effectLst/>
        </p:spPr>
        <p:txBody>
          <a:bodyPr wrap="none">
            <a:spAutoFit/>
          </a:bodyPr>
          <a:lstStyle/>
          <a:p>
            <a:pPr>
              <a:defRPr/>
            </a:pPr>
            <a:r>
              <a:rPr lang="en-US" b="1" i="1" dirty="0">
                <a:solidFill>
                  <a:srgbClr val="CC0099"/>
                </a:solidFill>
                <a:effectLst>
                  <a:outerShdw blurRad="38100" dist="38100" dir="2700000" algn="tl">
                    <a:srgbClr val="C0C0C0"/>
                  </a:outerShdw>
                </a:effectLst>
                <a:latin typeface="+mj-lt"/>
                <a:ea typeface="ＭＳ Ｐゴシック" pitchFamily="34" charset="-128"/>
              </a:rPr>
              <a:t>Personal</a:t>
            </a:r>
          </a:p>
        </p:txBody>
      </p:sp>
      <p:sp>
        <p:nvSpPr>
          <p:cNvPr id="25628" name="Text Box 28"/>
          <p:cNvSpPr txBox="1">
            <a:spLocks noChangeArrowheads="1"/>
          </p:cNvSpPr>
          <p:nvPr/>
        </p:nvSpPr>
        <p:spPr bwMode="auto">
          <a:xfrm>
            <a:off x="7620000" y="2133600"/>
            <a:ext cx="822325" cy="461963"/>
          </a:xfrm>
          <a:prstGeom prst="rect">
            <a:avLst/>
          </a:prstGeom>
          <a:noFill/>
          <a:ln w="9525">
            <a:noFill/>
            <a:miter lim="800000"/>
            <a:headEnd/>
            <a:tailEnd/>
          </a:ln>
          <a:effectLst/>
        </p:spPr>
        <p:txBody>
          <a:bodyPr wrap="none">
            <a:spAutoFit/>
          </a:bodyPr>
          <a:lstStyle/>
          <a:p>
            <a:pPr>
              <a:defRPr/>
            </a:pPr>
            <a:r>
              <a:rPr lang="en-US" b="1" i="1" dirty="0">
                <a:solidFill>
                  <a:srgbClr val="CC0099"/>
                </a:solidFill>
                <a:effectLst>
                  <a:outerShdw blurRad="38100" dist="38100" dir="2700000" algn="tl">
                    <a:srgbClr val="C0C0C0"/>
                  </a:outerShdw>
                </a:effectLst>
                <a:latin typeface="+mj-lt"/>
                <a:ea typeface="ＭＳ Ｐゴシック" pitchFamily="34" charset="-128"/>
              </a:rPr>
              <a:t>Wide</a:t>
            </a:r>
          </a:p>
        </p:txBody>
      </p:sp>
      <p:sp>
        <p:nvSpPr>
          <p:cNvPr id="29720" name="Text Box 22"/>
          <p:cNvSpPr txBox="1">
            <a:spLocks noChangeArrowheads="1"/>
          </p:cNvSpPr>
          <p:nvPr/>
        </p:nvSpPr>
        <p:spPr bwMode="auto">
          <a:xfrm>
            <a:off x="7620000" y="2946400"/>
            <a:ext cx="1057275" cy="461963"/>
          </a:xfrm>
          <a:prstGeom prst="rect">
            <a:avLst/>
          </a:prstGeom>
          <a:noFill/>
          <a:ln w="9525">
            <a:noFill/>
            <a:miter lim="800000"/>
            <a:headEnd/>
            <a:tailEnd/>
          </a:ln>
        </p:spPr>
        <p:txBody>
          <a:bodyPr wrap="none">
            <a:spAutoFit/>
          </a:bodyPr>
          <a:lstStyle/>
          <a:p>
            <a:pPr>
              <a:defRPr/>
            </a:pPr>
            <a:r>
              <a:rPr lang="en-US" dirty="0">
                <a:latin typeface="+mj-lt"/>
              </a:rPr>
              <a:t>TVWS</a:t>
            </a:r>
          </a:p>
        </p:txBody>
      </p:sp>
      <p:sp>
        <p:nvSpPr>
          <p:cNvPr id="29" name="TextBox 28"/>
          <p:cNvSpPr txBox="1"/>
          <p:nvPr/>
        </p:nvSpPr>
        <p:spPr>
          <a:xfrm>
            <a:off x="0" y="6027003"/>
            <a:ext cx="8991600" cy="830997"/>
          </a:xfrm>
          <a:prstGeom prst="rect">
            <a:avLst/>
          </a:prstGeom>
          <a:noFill/>
        </p:spPr>
        <p:txBody>
          <a:bodyPr wrap="square" rtlCol="0">
            <a:spAutoFit/>
          </a:bodyPr>
          <a:lstStyle/>
          <a:p>
            <a:pPr algn="just"/>
            <a:r>
              <a:rPr lang="en-US" sz="1600" dirty="0"/>
              <a:t>TV White Spaces (</a:t>
            </a:r>
            <a:r>
              <a:rPr lang="en-US" sz="1600" b="1" dirty="0"/>
              <a:t>TVWS</a:t>
            </a:r>
            <a:r>
              <a:rPr lang="en-US" sz="1600" dirty="0"/>
              <a:t>) are frequencies made available for unlicensed use at locations where the spectrum is not being used by licensed services, such as television broadcasting. This spectrum is located in the VHF and UHF bands.</a:t>
            </a:r>
          </a:p>
        </p:txBody>
      </p:sp>
      <p:sp>
        <p:nvSpPr>
          <p:cNvPr id="30" name="TextBox 29"/>
          <p:cNvSpPr txBox="1"/>
          <p:nvPr/>
        </p:nvSpPr>
        <p:spPr>
          <a:xfrm>
            <a:off x="304800" y="2362200"/>
            <a:ext cx="1828800" cy="369332"/>
          </a:xfrm>
          <a:prstGeom prst="rect">
            <a:avLst/>
          </a:prstGeom>
          <a:noFill/>
        </p:spPr>
        <p:txBody>
          <a:bodyPr wrap="square" rtlCol="0">
            <a:spAutoFit/>
          </a:bodyPr>
          <a:lstStyle/>
          <a:p>
            <a:r>
              <a:rPr lang="en-US" sz="1800" dirty="0"/>
              <a:t>(ultra-wide band)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2"/>
          </p:nvPr>
        </p:nvSpPr>
        <p:spPr>
          <a:noFill/>
        </p:spPr>
        <p:txBody>
          <a:bodyPr/>
          <a:lstStyle/>
          <a:p>
            <a:fld id="{BD1CAC0E-49B7-49D3-9705-63804A329E3A}" type="slidenum">
              <a:rPr lang="en-US" smtClean="0"/>
              <a:pPr/>
              <a:t>3</a:t>
            </a:fld>
            <a:endParaRPr lang="en-US"/>
          </a:p>
        </p:txBody>
      </p:sp>
      <p:sp>
        <p:nvSpPr>
          <p:cNvPr id="6147" name="TextBox 4"/>
          <p:cNvSpPr txBox="1">
            <a:spLocks noChangeArrowheads="1"/>
          </p:cNvSpPr>
          <p:nvPr/>
        </p:nvSpPr>
        <p:spPr bwMode="auto">
          <a:xfrm>
            <a:off x="152400" y="1066800"/>
            <a:ext cx="8839200" cy="4524375"/>
          </a:xfrm>
          <a:prstGeom prst="rect">
            <a:avLst/>
          </a:prstGeom>
          <a:solidFill>
            <a:srgbClr val="FFC000"/>
          </a:solidFill>
          <a:ln w="9525">
            <a:noFill/>
            <a:miter lim="800000"/>
            <a:headEnd/>
            <a:tailEnd/>
          </a:ln>
        </p:spPr>
        <p:txBody>
          <a:bodyPr>
            <a:spAutoFit/>
          </a:bodyPr>
          <a:lstStyle/>
          <a:p>
            <a:pPr algn="just">
              <a:buFont typeface="Wingdings" pitchFamily="2" charset="2"/>
              <a:buChar char="ü"/>
            </a:pPr>
            <a:r>
              <a:rPr lang="en-US" b="1" dirty="0"/>
              <a:t>IEEE 802.22</a:t>
            </a:r>
            <a:r>
              <a:rPr lang="en-US" dirty="0"/>
              <a:t>, is a standard for </a:t>
            </a:r>
            <a:r>
              <a:rPr lang="en-US" b="1" dirty="0">
                <a:solidFill>
                  <a:srgbClr val="FF0000"/>
                </a:solidFill>
              </a:rPr>
              <a:t>wireless regional area network (WRAN)</a:t>
            </a:r>
            <a:r>
              <a:rPr lang="en-US" dirty="0"/>
              <a:t> using white spaces (vacant TV channels) in the television (TV) frequency spectrum (in the VHF and UHF bands). </a:t>
            </a:r>
          </a:p>
          <a:p>
            <a:pPr algn="just">
              <a:buFont typeface="Wingdings" pitchFamily="2" charset="2"/>
              <a:buChar char="ü"/>
            </a:pPr>
            <a:endParaRPr lang="en-US" dirty="0"/>
          </a:p>
          <a:p>
            <a:pPr algn="just">
              <a:buFont typeface="Wingdings" pitchFamily="2" charset="2"/>
              <a:buChar char="ü"/>
            </a:pPr>
            <a:r>
              <a:rPr lang="en-US" dirty="0"/>
              <a:t>Operates in the range of frequencies between 54 MHz and 862 </a:t>
            </a:r>
            <a:r>
              <a:rPr lang="en-US" dirty="0" err="1"/>
              <a:t>MHz.</a:t>
            </a:r>
            <a:endParaRPr lang="en-US" dirty="0"/>
          </a:p>
          <a:p>
            <a:pPr algn="just">
              <a:buFont typeface="Wingdings" pitchFamily="2" charset="2"/>
              <a:buChar char="ü"/>
            </a:pPr>
            <a:endParaRPr lang="en-US" dirty="0"/>
          </a:p>
          <a:p>
            <a:pPr algn="just">
              <a:buFont typeface="Wingdings" pitchFamily="2" charset="2"/>
              <a:buChar char="ü"/>
            </a:pPr>
            <a:r>
              <a:rPr lang="en-US" dirty="0"/>
              <a:t>Operates in lower population density areas.</a:t>
            </a:r>
          </a:p>
          <a:p>
            <a:pPr algn="just">
              <a:buFont typeface="Wingdings" pitchFamily="2" charset="2"/>
              <a:buChar char="ü"/>
            </a:pPr>
            <a:endParaRPr lang="en-US" dirty="0"/>
          </a:p>
          <a:p>
            <a:pPr algn="just">
              <a:buFont typeface="Wingdings" pitchFamily="2" charset="2"/>
              <a:buChar char="ü"/>
            </a:pPr>
            <a:r>
              <a:rPr lang="en-US" dirty="0"/>
              <a:t>The development of the IEEE 802.22 WRAN standard is aimed at using cognitive radio (CR) techniques to allow sharing of geographically unused spectrum allocated to the television broadcast service.</a:t>
            </a:r>
          </a:p>
        </p:txBody>
      </p:sp>
      <p:sp>
        <p:nvSpPr>
          <p:cNvPr id="6148" name="Rectangle 6"/>
          <p:cNvSpPr>
            <a:spLocks noChangeArrowheads="1"/>
          </p:cNvSpPr>
          <p:nvPr/>
        </p:nvSpPr>
        <p:spPr bwMode="auto">
          <a:xfrm>
            <a:off x="304800" y="152400"/>
            <a:ext cx="8839200" cy="646113"/>
          </a:xfrm>
          <a:prstGeom prst="rect">
            <a:avLst/>
          </a:prstGeom>
          <a:solidFill>
            <a:srgbClr val="FFFF00"/>
          </a:solidFill>
          <a:ln w="9525">
            <a:noFill/>
            <a:miter lim="800000"/>
            <a:headEnd/>
            <a:tailEnd/>
          </a:ln>
        </p:spPr>
        <p:txBody>
          <a:bodyPr>
            <a:spAutoFit/>
          </a:bodyPr>
          <a:lstStyle/>
          <a:p>
            <a:r>
              <a:rPr lang="en-US" sz="3600" b="1" dirty="0">
                <a:solidFill>
                  <a:schemeClr val="accent2"/>
                </a:solidFill>
              </a:rPr>
              <a:t>Cognitive Radio the IEEE 802.22 Standard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p:cNvSpPr>
            <a:spLocks noGrp="1"/>
          </p:cNvSpPr>
          <p:nvPr>
            <p:ph type="sldNum" sz="quarter" idx="12"/>
          </p:nvPr>
        </p:nvSpPr>
        <p:spPr>
          <a:noFill/>
        </p:spPr>
        <p:txBody>
          <a:bodyPr/>
          <a:lstStyle/>
          <a:p>
            <a:fld id="{4C13C6BE-F2E1-4EB4-8715-A0BDF4D0D81B}" type="slidenum">
              <a:rPr lang="en-US" smtClean="0"/>
              <a:pPr/>
              <a:t>4</a:t>
            </a:fld>
            <a:endParaRPr lang="en-US" dirty="0"/>
          </a:p>
        </p:txBody>
      </p:sp>
      <p:pic>
        <p:nvPicPr>
          <p:cNvPr id="7171" name="Picture 2"/>
          <p:cNvPicPr>
            <a:picLocks noChangeAspect="1" noChangeArrowheads="1"/>
          </p:cNvPicPr>
          <p:nvPr/>
        </p:nvPicPr>
        <p:blipFill>
          <a:blip r:embed="rId2"/>
          <a:srcRect/>
          <a:stretch>
            <a:fillRect/>
          </a:stretch>
        </p:blipFill>
        <p:spPr bwMode="auto">
          <a:xfrm>
            <a:off x="400050" y="1119188"/>
            <a:ext cx="8343900" cy="4619625"/>
          </a:xfrm>
          <a:prstGeom prst="rect">
            <a:avLst/>
          </a:prstGeom>
          <a:noFill/>
          <a:ln w="9525">
            <a:noFill/>
            <a:miter lim="800000"/>
            <a:headEnd/>
            <a:tailEnd/>
          </a:ln>
        </p:spPr>
      </p:pic>
      <p:sp>
        <p:nvSpPr>
          <p:cNvPr id="7172" name="Rectangle 5"/>
          <p:cNvSpPr>
            <a:spLocks noChangeArrowheads="1"/>
          </p:cNvSpPr>
          <p:nvPr/>
        </p:nvSpPr>
        <p:spPr bwMode="auto">
          <a:xfrm>
            <a:off x="1600200" y="457200"/>
            <a:ext cx="4567238" cy="461963"/>
          </a:xfrm>
          <a:prstGeom prst="rect">
            <a:avLst/>
          </a:prstGeom>
          <a:noFill/>
          <a:ln w="9525">
            <a:noFill/>
            <a:miter lim="800000"/>
            <a:headEnd/>
            <a:tailEnd/>
          </a:ln>
        </p:spPr>
        <p:txBody>
          <a:bodyPr wrap="none">
            <a:spAutoFit/>
          </a:bodyPr>
          <a:lstStyle/>
          <a:p>
            <a:r>
              <a:rPr lang="en-US"/>
              <a:t>Overview of IEEE 802.22 Standard</a:t>
            </a:r>
          </a:p>
        </p:txBody>
      </p:sp>
      <p:sp>
        <p:nvSpPr>
          <p:cNvPr id="5" name="TextBox 4"/>
          <p:cNvSpPr txBox="1"/>
          <p:nvPr/>
        </p:nvSpPr>
        <p:spPr>
          <a:xfrm>
            <a:off x="0" y="6519446"/>
            <a:ext cx="3581400" cy="338554"/>
          </a:xfrm>
          <a:prstGeom prst="rect">
            <a:avLst/>
          </a:prstGeom>
          <a:solidFill>
            <a:srgbClr val="FFCCCC"/>
          </a:solidFill>
        </p:spPr>
        <p:txBody>
          <a:bodyPr wrap="square" rtlCol="0">
            <a:spAutoFit/>
          </a:bodyPr>
          <a:lstStyle/>
          <a:p>
            <a:r>
              <a:rPr lang="en-US" sz="1600" b="1" dirty="0"/>
              <a:t>Customer-Premises Equipment</a:t>
            </a:r>
            <a:r>
              <a:rPr lang="en-US" sz="1600" dirty="0"/>
              <a:t> (</a:t>
            </a:r>
            <a:r>
              <a:rPr lang="en-US" sz="1600" b="1" dirty="0"/>
              <a:t>CPE</a:t>
            </a:r>
            <a:r>
              <a:rPr lang="en-US" sz="1600" dirty="0"/>
              <a:t>)</a:t>
            </a:r>
          </a:p>
        </p:txBody>
      </p:sp>
      <p:sp>
        <p:nvSpPr>
          <p:cNvPr id="6" name="TextBox 5"/>
          <p:cNvSpPr txBox="1"/>
          <p:nvPr/>
        </p:nvSpPr>
        <p:spPr>
          <a:xfrm>
            <a:off x="0" y="5943600"/>
            <a:ext cx="6324600" cy="457200"/>
          </a:xfrm>
          <a:prstGeom prst="rect">
            <a:avLst/>
          </a:prstGeom>
          <a:noFill/>
        </p:spPr>
        <p:txBody>
          <a:bodyPr wrap="square" rtlCol="0">
            <a:spAutoFit/>
          </a:bodyPr>
          <a:lstStyle/>
          <a:p>
            <a:r>
              <a:rPr lang="en-US" dirty="0"/>
              <a:t>Basic concept is like WLL (Wireless Local Loop)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12"/>
          </p:nvPr>
        </p:nvSpPr>
        <p:spPr>
          <a:noFill/>
        </p:spPr>
        <p:txBody>
          <a:bodyPr/>
          <a:lstStyle/>
          <a:p>
            <a:fld id="{20380D31-FDF8-4D47-908E-383BF406B4DC}" type="slidenum">
              <a:rPr lang="en-US" smtClean="0"/>
              <a:pPr/>
              <a:t>5</a:t>
            </a:fld>
            <a:endParaRPr lang="en-US"/>
          </a:p>
        </p:txBody>
      </p:sp>
      <p:sp>
        <p:nvSpPr>
          <p:cNvPr id="19459" name="Rectangle 2"/>
          <p:cNvSpPr>
            <a:spLocks noGrp="1" noChangeArrowheads="1"/>
          </p:cNvSpPr>
          <p:nvPr>
            <p:ph type="body" idx="1"/>
          </p:nvPr>
        </p:nvSpPr>
        <p:spPr>
          <a:xfrm>
            <a:off x="533400" y="3352800"/>
            <a:ext cx="7924800" cy="1524000"/>
          </a:xfrm>
          <a:solidFill>
            <a:srgbClr val="FFCCCC"/>
          </a:solidFill>
        </p:spPr>
        <p:txBody>
          <a:bodyPr/>
          <a:lstStyle/>
          <a:p>
            <a:pPr algn="ctr" eaLnBrk="1" hangingPunct="1">
              <a:buFontTx/>
              <a:buNone/>
            </a:pPr>
            <a:r>
              <a:rPr lang="en-US" sz="4400" b="1" dirty="0"/>
              <a:t>	</a:t>
            </a:r>
            <a:r>
              <a:rPr lang="en-US" sz="4400" b="1" dirty="0">
                <a:solidFill>
                  <a:srgbClr val="0000CC"/>
                </a:solidFill>
              </a:rPr>
              <a:t>History of Mobile Cellular Network</a:t>
            </a:r>
          </a:p>
        </p:txBody>
      </p:sp>
      <p:sp>
        <p:nvSpPr>
          <p:cNvPr id="4" name="Text Box 5"/>
          <p:cNvSpPr txBox="1">
            <a:spLocks noChangeArrowheads="1"/>
          </p:cNvSpPr>
          <p:nvPr/>
        </p:nvSpPr>
        <p:spPr bwMode="auto">
          <a:xfrm>
            <a:off x="1371600" y="304800"/>
            <a:ext cx="6705600" cy="646331"/>
          </a:xfrm>
          <a:prstGeom prst="rect">
            <a:avLst/>
          </a:prstGeom>
          <a:solidFill>
            <a:srgbClr val="FF5050"/>
          </a:solidFill>
          <a:ln w="9525">
            <a:noFill/>
            <a:miter lim="800000"/>
            <a:headEnd/>
            <a:tailEnd/>
          </a:ln>
        </p:spPr>
        <p:txBody>
          <a:bodyPr wrap="square">
            <a:spAutoFit/>
          </a:bodyPr>
          <a:lstStyle/>
          <a:p>
            <a:pPr>
              <a:spcBef>
                <a:spcPct val="50000"/>
              </a:spcBef>
            </a:pPr>
            <a:r>
              <a:rPr lang="en-US" sz="3600" b="1" dirty="0">
                <a:solidFill>
                  <a:schemeClr val="accent2"/>
                </a:solidFill>
              </a:rPr>
              <a:t>WAN (Mobile Cellular Network)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p:cNvSpPr>
            <a:spLocks noGrp="1"/>
          </p:cNvSpPr>
          <p:nvPr>
            <p:ph type="sldNum" sz="quarter" idx="12"/>
          </p:nvPr>
        </p:nvSpPr>
        <p:spPr>
          <a:noFill/>
        </p:spPr>
        <p:txBody>
          <a:bodyPr/>
          <a:lstStyle/>
          <a:p>
            <a:fld id="{CA1C9D30-AEB9-4CCB-8254-13363CA8A479}" type="slidenum">
              <a:rPr lang="en-US" smtClean="0"/>
              <a:pPr/>
              <a:t>6</a:t>
            </a:fld>
            <a:endParaRPr lang="en-US"/>
          </a:p>
        </p:txBody>
      </p:sp>
      <p:sp>
        <p:nvSpPr>
          <p:cNvPr id="20483" name="Rectangle 2"/>
          <p:cNvSpPr>
            <a:spLocks noGrp="1" noChangeArrowheads="1"/>
          </p:cNvSpPr>
          <p:nvPr>
            <p:ph type="subTitle" idx="1"/>
          </p:nvPr>
        </p:nvSpPr>
        <p:spPr>
          <a:xfrm>
            <a:off x="304800" y="762000"/>
            <a:ext cx="8458200" cy="4953000"/>
          </a:xfrm>
          <a:solidFill>
            <a:schemeClr val="hlink"/>
          </a:solidFill>
        </p:spPr>
        <p:txBody>
          <a:bodyPr/>
          <a:lstStyle/>
          <a:p>
            <a:pPr algn="just" eaLnBrk="1" hangingPunct="1">
              <a:buFont typeface="Wingdings" pitchFamily="2" charset="2"/>
              <a:buChar char="ü"/>
            </a:pPr>
            <a:r>
              <a:rPr lang="en-US" sz="2400">
                <a:solidFill>
                  <a:srgbClr val="FF0000"/>
                </a:solidFill>
              </a:rPr>
              <a:t>Since the late 1970s when the cellular era started</a:t>
            </a:r>
            <a:r>
              <a:rPr lang="en-US" sz="2400"/>
              <a:t>, mobile communication has gone through an evolutionary change every decade in terms of technology and usage. Japan took the lead in the development of cellular technology, which resulted in the deployment of the first cellular networks in Tokyo. </a:t>
            </a:r>
          </a:p>
          <a:p>
            <a:pPr algn="just" eaLnBrk="1" hangingPunct="1"/>
            <a:endParaRPr lang="en-US" sz="2400"/>
          </a:p>
          <a:p>
            <a:pPr algn="just" eaLnBrk="1" hangingPunct="1">
              <a:buFont typeface="Wingdings" pitchFamily="2" charset="2"/>
              <a:buChar char="ü"/>
            </a:pPr>
            <a:r>
              <a:rPr lang="en-US" sz="2400"/>
              <a:t>Within a couple of years </a:t>
            </a:r>
            <a:r>
              <a:rPr lang="en-US" sz="2400">
                <a:solidFill>
                  <a:srgbClr val="FF0000"/>
                </a:solidFill>
              </a:rPr>
              <a:t>Nordic Mobile Telephony (NMT) </a:t>
            </a:r>
            <a:r>
              <a:rPr lang="en-US" sz="2400"/>
              <a:t>started cellular operations in Europe. Along with it, systems such as </a:t>
            </a:r>
            <a:r>
              <a:rPr lang="en-US" sz="2400">
                <a:solidFill>
                  <a:srgbClr val="FF0000"/>
                </a:solidFill>
              </a:rPr>
              <a:t>AMPS (Advanced Mobile Phone Service)</a:t>
            </a:r>
            <a:r>
              <a:rPr lang="en-US" sz="2400"/>
              <a:t> started in the USA, while </a:t>
            </a:r>
            <a:r>
              <a:rPr lang="en-US" sz="2400">
                <a:solidFill>
                  <a:srgbClr val="FF0000"/>
                </a:solidFill>
              </a:rPr>
              <a:t>TACS (Total Access Communication System) </a:t>
            </a:r>
            <a:r>
              <a:rPr lang="en-US" sz="2400"/>
              <a:t>started in the UK. These formed a part of what was called ‘</a:t>
            </a:r>
            <a:r>
              <a:rPr lang="en-US" sz="2400">
                <a:solidFill>
                  <a:srgbClr val="FF0000"/>
                </a:solidFill>
              </a:rPr>
              <a:t>First Generation Mobile Systems</a:t>
            </a:r>
            <a:r>
              <a:rPr lang="en-US" sz="2400"/>
              <a:t>’, which catered for speech services and were based on analogue transmission techniques.</a:t>
            </a:r>
          </a:p>
          <a:p>
            <a:pPr eaLnBrk="1" hangingPunct="1"/>
            <a:endParaRPr lang="en-US"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a:spLocks noGrp="1"/>
          </p:cNvSpPr>
          <p:nvPr>
            <p:ph type="sldNum" sz="quarter" idx="12"/>
          </p:nvPr>
        </p:nvSpPr>
        <p:spPr>
          <a:noFill/>
        </p:spPr>
        <p:txBody>
          <a:bodyPr/>
          <a:lstStyle/>
          <a:p>
            <a:fld id="{9E7D856A-F843-412B-89DC-F5036324BC42}" type="slidenum">
              <a:rPr lang="en-US" smtClean="0"/>
              <a:pPr/>
              <a:t>7</a:t>
            </a:fld>
            <a:endParaRPr lang="en-US"/>
          </a:p>
        </p:txBody>
      </p:sp>
      <p:sp>
        <p:nvSpPr>
          <p:cNvPr id="24579" name="Rectangle 2"/>
          <p:cNvSpPr>
            <a:spLocks noGrp="1" noChangeArrowheads="1"/>
          </p:cNvSpPr>
          <p:nvPr>
            <p:ph type="title"/>
          </p:nvPr>
        </p:nvSpPr>
        <p:spPr>
          <a:xfrm>
            <a:off x="685800" y="2590800"/>
            <a:ext cx="7696200" cy="1371600"/>
          </a:xfrm>
          <a:solidFill>
            <a:srgbClr val="FFCC00"/>
          </a:solidFill>
        </p:spPr>
        <p:txBody>
          <a:bodyPr/>
          <a:lstStyle/>
          <a:p>
            <a:pPr eaLnBrk="1" hangingPunct="1"/>
            <a:r>
              <a:rPr lang="en-US" b="1"/>
              <a:t>Second Generation Cellular Networks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p:cNvSpPr>
            <a:spLocks noGrp="1"/>
          </p:cNvSpPr>
          <p:nvPr>
            <p:ph type="sldNum" sz="quarter" idx="12"/>
          </p:nvPr>
        </p:nvSpPr>
        <p:spPr>
          <a:noFill/>
        </p:spPr>
        <p:txBody>
          <a:bodyPr/>
          <a:lstStyle/>
          <a:p>
            <a:fld id="{366BD4DF-DC1A-4AB6-AF0D-B908DBE1F1D8}" type="slidenum">
              <a:rPr lang="en-US" smtClean="0"/>
              <a:pPr/>
              <a:t>8</a:t>
            </a:fld>
            <a:endParaRPr lang="en-US"/>
          </a:p>
        </p:txBody>
      </p:sp>
      <p:sp>
        <p:nvSpPr>
          <p:cNvPr id="25603" name="TextBox 6"/>
          <p:cNvSpPr txBox="1">
            <a:spLocks noChangeArrowheads="1"/>
          </p:cNvSpPr>
          <p:nvPr/>
        </p:nvSpPr>
        <p:spPr bwMode="auto">
          <a:xfrm>
            <a:off x="228600" y="838200"/>
            <a:ext cx="8686800" cy="3748719"/>
          </a:xfrm>
          <a:prstGeom prst="rect">
            <a:avLst/>
          </a:prstGeom>
          <a:solidFill>
            <a:srgbClr val="99FF99"/>
          </a:solidFill>
          <a:ln w="9525">
            <a:noFill/>
            <a:miter lim="800000"/>
            <a:headEnd/>
            <a:tailEnd/>
          </a:ln>
        </p:spPr>
        <p:txBody>
          <a:bodyPr>
            <a:spAutoFit/>
          </a:bodyPr>
          <a:lstStyle/>
          <a:p>
            <a:pPr algn="just">
              <a:lnSpc>
                <a:spcPct val="90000"/>
              </a:lnSpc>
              <a:buFont typeface="Wingdings" pitchFamily="2" charset="2"/>
              <a:buChar char="ü"/>
            </a:pPr>
            <a:r>
              <a:rPr lang="en-US" dirty="0"/>
              <a:t>In the early 1990s, digital transmission technology came into force, bringing with it the next generation system, called the ‘Second Generation Mobile System’. Digitization means that the sound of the speaker’s voice was processed in a way that imitated a human ear through techniques such as </a:t>
            </a:r>
            <a:r>
              <a:rPr lang="en-US" dirty="0">
                <a:solidFill>
                  <a:srgbClr val="FF0000"/>
                </a:solidFill>
              </a:rPr>
              <a:t>sampling and filtering</a:t>
            </a:r>
            <a:r>
              <a:rPr lang="en-US" dirty="0"/>
              <a:t>. This made it possible for many more mobile users to be accommodated in the radio spectrum.</a:t>
            </a:r>
          </a:p>
          <a:p>
            <a:pPr>
              <a:lnSpc>
                <a:spcPct val="90000"/>
              </a:lnSpc>
            </a:pPr>
            <a:endParaRPr lang="en-US" i="1" dirty="0">
              <a:solidFill>
                <a:srgbClr val="000099"/>
              </a:solidFill>
            </a:endParaRPr>
          </a:p>
          <a:p>
            <a:pPr>
              <a:lnSpc>
                <a:spcPct val="90000"/>
              </a:lnSpc>
            </a:pPr>
            <a:r>
              <a:rPr lang="en-US" b="1" i="1" dirty="0">
                <a:solidFill>
                  <a:srgbClr val="000099"/>
                </a:solidFill>
              </a:rPr>
              <a:t>D-AMPS (Digital Advanced Mobile Phone System)</a:t>
            </a:r>
          </a:p>
          <a:p>
            <a:pPr>
              <a:lnSpc>
                <a:spcPct val="90000"/>
              </a:lnSpc>
            </a:pPr>
            <a:r>
              <a:rPr lang="en-US" b="1" i="1" dirty="0">
                <a:solidFill>
                  <a:srgbClr val="000099"/>
                </a:solidFill>
              </a:rPr>
              <a:t>CDMA (Code Division Multiple Access)</a:t>
            </a:r>
          </a:p>
          <a:p>
            <a:pPr>
              <a:lnSpc>
                <a:spcPct val="90000"/>
              </a:lnSpc>
            </a:pPr>
            <a:r>
              <a:rPr lang="en-US" b="1" i="1" dirty="0">
                <a:solidFill>
                  <a:srgbClr val="000099"/>
                </a:solidFill>
              </a:rPr>
              <a:t>GSM (Global System for Mobile Communication)</a:t>
            </a:r>
            <a:endParaRPr lang="en-US"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2"/>
          </p:nvPr>
        </p:nvSpPr>
        <p:spPr>
          <a:noFill/>
        </p:spPr>
        <p:txBody>
          <a:bodyPr/>
          <a:lstStyle/>
          <a:p>
            <a:fld id="{B117F543-F821-42AE-AB50-CF6F8A8AA925}" type="slidenum">
              <a:rPr lang="en-US" smtClean="0"/>
              <a:pPr/>
              <a:t>9</a:t>
            </a:fld>
            <a:endParaRPr lang="en-US"/>
          </a:p>
        </p:txBody>
      </p:sp>
      <p:sp>
        <p:nvSpPr>
          <p:cNvPr id="26627" name="Rectangle 2"/>
          <p:cNvSpPr>
            <a:spLocks noGrp="1" noChangeArrowheads="1"/>
          </p:cNvSpPr>
          <p:nvPr>
            <p:ph type="body" idx="1"/>
          </p:nvPr>
        </p:nvSpPr>
        <p:spPr>
          <a:xfrm>
            <a:off x="457200" y="914400"/>
            <a:ext cx="8382000" cy="3810000"/>
          </a:xfrm>
          <a:solidFill>
            <a:srgbClr val="99FF99"/>
          </a:solidFill>
        </p:spPr>
        <p:txBody>
          <a:bodyPr/>
          <a:lstStyle/>
          <a:p>
            <a:pPr eaLnBrk="1" hangingPunct="1">
              <a:lnSpc>
                <a:spcPct val="90000"/>
              </a:lnSpc>
              <a:buFontTx/>
              <a:buNone/>
            </a:pPr>
            <a:r>
              <a:rPr lang="en-US" sz="2400" b="1" i="1" dirty="0"/>
              <a:t>	</a:t>
            </a:r>
            <a:r>
              <a:rPr lang="en-US" sz="3600" b="1" i="1" dirty="0">
                <a:solidFill>
                  <a:srgbClr val="0000CC"/>
                </a:solidFill>
              </a:rPr>
              <a:t>Limitations of 2G Networks</a:t>
            </a:r>
          </a:p>
          <a:p>
            <a:pPr algn="just" eaLnBrk="1" hangingPunct="1">
              <a:lnSpc>
                <a:spcPct val="90000"/>
              </a:lnSpc>
            </a:pPr>
            <a:r>
              <a:rPr lang="en-US" sz="2400" dirty="0"/>
              <a:t> </a:t>
            </a:r>
            <a:r>
              <a:rPr lang="en-US" sz="2400" i="1" dirty="0"/>
              <a:t>Low transfer rates. </a:t>
            </a:r>
            <a:r>
              <a:rPr lang="en-US" sz="2400" dirty="0"/>
              <a:t>The 2G networks are primarily designed to offer voice services to the subscribers. Thus the transfer rates offered by these networks are low. Though the rates vary across technologies, the average rate is of the order of tens of kbps.</a:t>
            </a:r>
          </a:p>
          <a:p>
            <a:pPr algn="just" eaLnBrk="1" hangingPunct="1">
              <a:lnSpc>
                <a:spcPct val="90000"/>
              </a:lnSpc>
            </a:pPr>
            <a:endParaRPr lang="en-US" sz="2400" dirty="0"/>
          </a:p>
          <a:p>
            <a:pPr algn="just" eaLnBrk="1" hangingPunct="1">
              <a:lnSpc>
                <a:spcPct val="90000"/>
              </a:lnSpc>
            </a:pPr>
            <a:r>
              <a:rPr lang="en-US" sz="2400" dirty="0"/>
              <a:t> </a:t>
            </a:r>
            <a:r>
              <a:rPr lang="en-US" sz="2400" i="1" dirty="0"/>
              <a:t>Low efficiency for packet switched services. </a:t>
            </a:r>
            <a:r>
              <a:rPr lang="en-US" sz="2400" dirty="0"/>
              <a:t>There is a demand for Internet access, not just at home or the office but also while roaming. Wireless Internet access with the 2G networks is not efficiently implemented.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p:cNvSpPr>
            <a:spLocks noGrp="1"/>
          </p:cNvSpPr>
          <p:nvPr>
            <p:ph type="sldNum" sz="quarter" idx="12"/>
          </p:nvPr>
        </p:nvSpPr>
        <p:spPr>
          <a:noFill/>
        </p:spPr>
        <p:txBody>
          <a:bodyPr/>
          <a:lstStyle/>
          <a:p>
            <a:fld id="{7F80E396-06DC-49E8-942A-068DB0A2D9FD}" type="slidenum">
              <a:rPr lang="en-US" smtClean="0"/>
              <a:pPr/>
              <a:t>10</a:t>
            </a:fld>
            <a:endParaRPr lang="en-US"/>
          </a:p>
        </p:txBody>
      </p:sp>
      <p:sp>
        <p:nvSpPr>
          <p:cNvPr id="27651" name="Rectangle 2"/>
          <p:cNvSpPr>
            <a:spLocks noGrp="1" noChangeArrowheads="1"/>
          </p:cNvSpPr>
          <p:nvPr>
            <p:ph type="body" idx="1"/>
          </p:nvPr>
        </p:nvSpPr>
        <p:spPr>
          <a:xfrm>
            <a:off x="228600" y="685800"/>
            <a:ext cx="8686800" cy="5105400"/>
          </a:xfrm>
          <a:solidFill>
            <a:srgbClr val="FFCCCC"/>
          </a:solidFill>
        </p:spPr>
        <p:txBody>
          <a:bodyPr/>
          <a:lstStyle/>
          <a:p>
            <a:pPr eaLnBrk="1" hangingPunct="1">
              <a:lnSpc>
                <a:spcPct val="80000"/>
              </a:lnSpc>
            </a:pPr>
            <a:r>
              <a:rPr lang="en-US" sz="2400" b="1" i="1" dirty="0">
                <a:solidFill>
                  <a:srgbClr val="000099"/>
                </a:solidFill>
              </a:rPr>
              <a:t>GPRS (General Packet Radio Service</a:t>
            </a:r>
            <a:r>
              <a:rPr lang="en-US" sz="2400" b="1" i="1" dirty="0"/>
              <a:t>)</a:t>
            </a:r>
          </a:p>
          <a:p>
            <a:pPr algn="just" eaLnBrk="1" hangingPunct="1">
              <a:lnSpc>
                <a:spcPct val="80000"/>
              </a:lnSpc>
              <a:buFontTx/>
              <a:buNone/>
            </a:pPr>
            <a:r>
              <a:rPr lang="en-US" sz="2400" dirty="0"/>
              <a:t>	GPRS is a non voice, i.e. data, value added service to the GSM network. This is done by overlaying a packet based air interface on the existing circuit switched GSM network. </a:t>
            </a:r>
            <a:r>
              <a:rPr lang="en-US" sz="2400" dirty="0">
                <a:solidFill>
                  <a:srgbClr val="006600"/>
                </a:solidFill>
              </a:rPr>
              <a:t>In infrastructure terms, the operator just needs to add a couple of nodes and some software changes to upgrade the existing voice GSM system to voice plus data GPRS system</a:t>
            </a:r>
            <a:r>
              <a:rPr lang="en-US" sz="2400" dirty="0"/>
              <a:t>. </a:t>
            </a:r>
            <a:r>
              <a:rPr lang="en-US" sz="2400" dirty="0">
                <a:solidFill>
                  <a:schemeClr val="accent2"/>
                </a:solidFill>
              </a:rPr>
              <a:t>The voice traffic is circuit switched while data traffic is packet switched</a:t>
            </a:r>
            <a:r>
              <a:rPr lang="en-US" sz="2400" dirty="0"/>
              <a:t>. </a:t>
            </a:r>
          </a:p>
          <a:p>
            <a:pPr algn="just" eaLnBrk="1" hangingPunct="1">
              <a:lnSpc>
                <a:spcPct val="80000"/>
              </a:lnSpc>
              <a:buFontTx/>
              <a:buNone/>
            </a:pPr>
            <a:endParaRPr lang="en-US" sz="2400" dirty="0"/>
          </a:p>
          <a:p>
            <a:pPr algn="just" eaLnBrk="1" hangingPunct="1">
              <a:lnSpc>
                <a:spcPct val="80000"/>
              </a:lnSpc>
              <a:buFont typeface="Wingdings" pitchFamily="2" charset="2"/>
              <a:buChar char="ü"/>
            </a:pPr>
            <a:r>
              <a:rPr lang="en-US" sz="2400" dirty="0"/>
              <a:t>Packet switching enables the resources to be used only when the subscriber is actually sending and receiving the data. This enables the radio resources to be used concurrently while being shared between multiple users. The amount of data that can be transferred is dependent upon the number of users. </a:t>
            </a:r>
            <a:r>
              <a:rPr lang="en-US" sz="2400" dirty="0">
                <a:solidFill>
                  <a:schemeClr val="accent2"/>
                </a:solidFill>
              </a:rPr>
              <a:t>Theoretical maximum speeds of up to 171.2 kilobits per second (kbps) are achievable with GPRS using all eight timeslots at the same time.</a:t>
            </a:r>
            <a:r>
              <a:rPr lang="en-US" sz="2400" dirty="0"/>
              <a:t> </a:t>
            </a:r>
            <a:endParaRPr lang="en-US" sz="2400"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p:spPr>
        <p:txBody>
          <a:bodyPr/>
          <a:lstStyle/>
          <a:p>
            <a:fld id="{1D909E2C-8ED1-4DDC-8DB8-31C93E076A6B}" type="slidenum">
              <a:rPr lang="en-US" smtClean="0"/>
              <a:pPr/>
              <a:t>11</a:t>
            </a:fld>
            <a:endParaRPr lang="en-US"/>
          </a:p>
        </p:txBody>
      </p:sp>
      <p:sp>
        <p:nvSpPr>
          <p:cNvPr id="6" name="TextBox 5"/>
          <p:cNvSpPr txBox="1"/>
          <p:nvPr/>
        </p:nvSpPr>
        <p:spPr>
          <a:xfrm>
            <a:off x="381000" y="1066800"/>
            <a:ext cx="8305800" cy="3693319"/>
          </a:xfrm>
          <a:prstGeom prst="rect">
            <a:avLst/>
          </a:prstGeom>
          <a:solidFill>
            <a:srgbClr val="FFCCCC"/>
          </a:solidFill>
        </p:spPr>
        <p:txBody>
          <a:bodyPr wrap="square">
            <a:spAutoFit/>
          </a:bodyPr>
          <a:lstStyle/>
          <a:p>
            <a:pPr algn="just">
              <a:lnSpc>
                <a:spcPct val="80000"/>
              </a:lnSpc>
              <a:defRPr/>
            </a:pPr>
            <a:r>
              <a:rPr lang="en-US" i="1" dirty="0">
                <a:solidFill>
                  <a:srgbClr val="0000CC"/>
                </a:solidFill>
              </a:rPr>
              <a:t>EDGE (Enhanced Data Rate for GSM Evolution)</a:t>
            </a:r>
          </a:p>
          <a:p>
            <a:pPr algn="just">
              <a:lnSpc>
                <a:spcPct val="80000"/>
              </a:lnSpc>
              <a:defRPr/>
            </a:pPr>
            <a:r>
              <a:rPr lang="en-US" sz="1050" dirty="0"/>
              <a:t>	</a:t>
            </a:r>
          </a:p>
          <a:p>
            <a:pPr algn="just">
              <a:lnSpc>
                <a:spcPct val="80000"/>
              </a:lnSpc>
              <a:defRPr/>
            </a:pPr>
            <a:endParaRPr lang="en-US" sz="1800" dirty="0"/>
          </a:p>
          <a:p>
            <a:pPr algn="just">
              <a:lnSpc>
                <a:spcPct val="80000"/>
              </a:lnSpc>
              <a:buFont typeface="Wingdings" pitchFamily="2" charset="2"/>
              <a:buChar char="ü"/>
              <a:defRPr/>
            </a:pPr>
            <a:r>
              <a:rPr lang="en-US" dirty="0"/>
              <a:t>The limitation of the GPRS network was eliminated to a certain extent by the introduction of the EDGE technology. EDGE works on TDMA and GSM systems. </a:t>
            </a:r>
          </a:p>
          <a:p>
            <a:pPr algn="just">
              <a:lnSpc>
                <a:spcPct val="80000"/>
              </a:lnSpc>
              <a:buFont typeface="Wingdings" pitchFamily="2" charset="2"/>
              <a:buChar char="ü"/>
              <a:defRPr/>
            </a:pPr>
            <a:endParaRPr lang="en-US" dirty="0"/>
          </a:p>
          <a:p>
            <a:pPr algn="just">
              <a:lnSpc>
                <a:spcPct val="80000"/>
              </a:lnSpc>
              <a:buFont typeface="Wingdings" pitchFamily="2" charset="2"/>
              <a:buChar char="ü"/>
              <a:defRPr/>
            </a:pPr>
            <a:r>
              <a:rPr lang="en-US" dirty="0"/>
              <a:t>In EDGE, 3G services can be given at a lower but similar data rate as UMTS, with the data rates going up to 500 kbps (theoretically). </a:t>
            </a:r>
            <a:r>
              <a:rPr lang="en-US" dirty="0">
                <a:solidFill>
                  <a:srgbClr val="0000CC"/>
                </a:solidFill>
              </a:rPr>
              <a:t>This is done by introducing a new modulation scheme 8-PSK (phase-shift keying) and will coexist with the GMSK that is used in GPRS</a:t>
            </a:r>
            <a:r>
              <a:rPr lang="en-US" dirty="0"/>
              <a:t>. </a:t>
            </a:r>
          </a:p>
          <a:p>
            <a:pPr algn="just">
              <a:lnSpc>
                <a:spcPct val="80000"/>
              </a:lnSpc>
              <a:defRPr/>
            </a:pPr>
            <a:endParaRPr lang="en-US" dirty="0">
              <a:solidFill>
                <a:srgbClr val="FF505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p:spPr>
        <p:txBody>
          <a:bodyPr/>
          <a:lstStyle/>
          <a:p>
            <a:fld id="{980CF702-6673-4246-8CFA-2C778E0C8366}" type="slidenum">
              <a:rPr lang="en-US" smtClean="0"/>
              <a:pPr/>
              <a:t>12</a:t>
            </a:fld>
            <a:endParaRPr lang="en-US"/>
          </a:p>
        </p:txBody>
      </p:sp>
      <p:sp>
        <p:nvSpPr>
          <p:cNvPr id="29699" name="Rectangle 2"/>
          <p:cNvSpPr>
            <a:spLocks noGrp="1" noChangeArrowheads="1"/>
          </p:cNvSpPr>
          <p:nvPr>
            <p:ph type="title"/>
          </p:nvPr>
        </p:nvSpPr>
        <p:spPr>
          <a:xfrm>
            <a:off x="685800" y="2133600"/>
            <a:ext cx="7772400" cy="1371600"/>
          </a:xfrm>
          <a:solidFill>
            <a:srgbClr val="99CCFF"/>
          </a:solidFill>
        </p:spPr>
        <p:txBody>
          <a:bodyPr/>
          <a:lstStyle/>
          <a:p>
            <a:pPr eaLnBrk="1" hangingPunct="1"/>
            <a:r>
              <a:rPr lang="en-US" sz="4000" b="1" dirty="0">
                <a:solidFill>
                  <a:srgbClr val="FF0000"/>
                </a:solidFill>
              </a:rPr>
              <a:t>Third Generation Cellular Networks (3G)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a:noFill/>
        </p:spPr>
        <p:txBody>
          <a:bodyPr/>
          <a:lstStyle/>
          <a:p>
            <a:fld id="{6D1FEE5F-B4E2-43A2-8BDC-F773F7D4797D}" type="slidenum">
              <a:rPr lang="en-US" smtClean="0"/>
              <a:pPr/>
              <a:t>13</a:t>
            </a:fld>
            <a:endParaRPr lang="en-US"/>
          </a:p>
        </p:txBody>
      </p:sp>
      <p:sp>
        <p:nvSpPr>
          <p:cNvPr id="30723" name="Rectangle 2"/>
          <p:cNvSpPr>
            <a:spLocks noGrp="1" noChangeArrowheads="1"/>
          </p:cNvSpPr>
          <p:nvPr>
            <p:ph type="body" idx="1"/>
          </p:nvPr>
        </p:nvSpPr>
        <p:spPr>
          <a:xfrm>
            <a:off x="304800" y="1295400"/>
            <a:ext cx="8610600" cy="3886200"/>
          </a:xfrm>
          <a:solidFill>
            <a:srgbClr val="CCFFFF"/>
          </a:solidFill>
        </p:spPr>
        <p:txBody>
          <a:bodyPr/>
          <a:lstStyle/>
          <a:p>
            <a:pPr algn="just" eaLnBrk="1" hangingPunct="1"/>
            <a:r>
              <a:rPr lang="en-US" sz="2400" dirty="0"/>
              <a:t>The third generation cellular networks were developed with the aim of offering high speed data and multimedia connectivity to subscribers. </a:t>
            </a:r>
          </a:p>
          <a:p>
            <a:pPr algn="just" eaLnBrk="1" hangingPunct="1"/>
            <a:endParaRPr lang="en-US" sz="2400" dirty="0"/>
          </a:p>
          <a:p>
            <a:pPr algn="just" eaLnBrk="1" hangingPunct="1"/>
            <a:r>
              <a:rPr lang="en-US" sz="2400" dirty="0"/>
              <a:t>The International Telecommunication Union (ITU) under the initiative IMT-2000 has defined 3G systems as being capable of supporting high speed data ranges of 144 kbps to greater than 2 Mbps. A few technologies are able to fulfill the International Mobile Telecommunications (IMT) standards, such as CDMA-2000, UMTS and some variation of GSM such as EDGE.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p:cNvSpPr>
            <a:spLocks noGrp="1"/>
          </p:cNvSpPr>
          <p:nvPr>
            <p:ph type="sldNum" sz="quarter" idx="12"/>
          </p:nvPr>
        </p:nvSpPr>
        <p:spPr>
          <a:noFill/>
        </p:spPr>
        <p:txBody>
          <a:bodyPr/>
          <a:lstStyle/>
          <a:p>
            <a:fld id="{B9B0D7BB-9E2D-4530-8FBC-0EC261AACA66}" type="slidenum">
              <a:rPr lang="en-US" smtClean="0"/>
              <a:pPr/>
              <a:t>14</a:t>
            </a:fld>
            <a:endParaRPr lang="en-US"/>
          </a:p>
        </p:txBody>
      </p:sp>
      <p:sp>
        <p:nvSpPr>
          <p:cNvPr id="31747" name="Rectangle 2"/>
          <p:cNvSpPr>
            <a:spLocks noGrp="1" noChangeArrowheads="1"/>
          </p:cNvSpPr>
          <p:nvPr>
            <p:ph type="body" idx="1"/>
          </p:nvPr>
        </p:nvSpPr>
        <p:spPr>
          <a:xfrm>
            <a:off x="304800" y="1219200"/>
            <a:ext cx="8458200" cy="4114800"/>
          </a:xfrm>
          <a:solidFill>
            <a:srgbClr val="CCFFFF"/>
          </a:solidFill>
        </p:spPr>
        <p:txBody>
          <a:bodyPr/>
          <a:lstStyle/>
          <a:p>
            <a:pPr algn="just" eaLnBrk="1" hangingPunct="1">
              <a:lnSpc>
                <a:spcPct val="90000"/>
              </a:lnSpc>
            </a:pPr>
            <a:r>
              <a:rPr lang="en-US" sz="2800" dirty="0"/>
              <a:t>The Universal Mobile Telecommunications System (UMTS) is one of the third generation (3G) mobile phone technologies. It uses W-CDMA as the underlying standard.</a:t>
            </a:r>
          </a:p>
          <a:p>
            <a:pPr algn="just" eaLnBrk="1" hangingPunct="1">
              <a:lnSpc>
                <a:spcPct val="90000"/>
              </a:lnSpc>
            </a:pPr>
            <a:endParaRPr lang="en-US" sz="2800" dirty="0"/>
          </a:p>
          <a:p>
            <a:pPr algn="just" eaLnBrk="1" hangingPunct="1">
              <a:lnSpc>
                <a:spcPct val="90000"/>
              </a:lnSpc>
            </a:pPr>
            <a:r>
              <a:rPr lang="en-US" sz="2800" dirty="0"/>
              <a:t>UMTS uses a pair of 5 MHz channels, one in the 1900 MHz range for uplink and one in the 2100 MHz range for downlink. The specific frequency bands originally defined by the UMTS standard are 1885–2025 MHz for uplink and 2110–2200 MHz for downlink.</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p:cNvSpPr>
            <a:spLocks noGrp="1"/>
          </p:cNvSpPr>
          <p:nvPr>
            <p:ph type="sldNum" sz="quarter" idx="12"/>
          </p:nvPr>
        </p:nvSpPr>
        <p:spPr>
          <a:noFill/>
        </p:spPr>
        <p:txBody>
          <a:bodyPr/>
          <a:lstStyle/>
          <a:p>
            <a:fld id="{35215C1F-ED17-45B0-B7C0-6E2FA7B50788}" type="slidenum">
              <a:rPr lang="en-US" smtClean="0"/>
              <a:pPr/>
              <a:t>15</a:t>
            </a:fld>
            <a:endParaRPr lang="en-US"/>
          </a:p>
        </p:txBody>
      </p:sp>
      <p:sp>
        <p:nvSpPr>
          <p:cNvPr id="32771" name="Text Box 4"/>
          <p:cNvSpPr txBox="1">
            <a:spLocks noChangeArrowheads="1"/>
          </p:cNvSpPr>
          <p:nvPr/>
        </p:nvSpPr>
        <p:spPr bwMode="auto">
          <a:xfrm>
            <a:off x="228600" y="1600200"/>
            <a:ext cx="8839200" cy="1815882"/>
          </a:xfrm>
          <a:prstGeom prst="rect">
            <a:avLst/>
          </a:prstGeom>
          <a:solidFill>
            <a:srgbClr val="33CCCC"/>
          </a:solidFill>
          <a:ln w="9525">
            <a:noFill/>
            <a:miter lim="800000"/>
            <a:headEnd/>
            <a:tailEnd/>
          </a:ln>
        </p:spPr>
        <p:txBody>
          <a:bodyPr wrap="square">
            <a:spAutoFit/>
          </a:bodyPr>
          <a:lstStyle/>
          <a:p>
            <a:pPr algn="just">
              <a:spcBef>
                <a:spcPct val="50000"/>
              </a:spcBef>
            </a:pPr>
            <a:r>
              <a:rPr lang="en-US" sz="2800" dirty="0"/>
              <a:t>   Concept of mobile cellular communication system has arises from cell. Cell is the unit coverage of mobile cellular network. The hexagonal cells (like honey cell) are arranged in a continuous fashion to cover the entire service are.</a:t>
            </a:r>
          </a:p>
        </p:txBody>
      </p:sp>
      <p:sp>
        <p:nvSpPr>
          <p:cNvPr id="32772" name="Text Box 5"/>
          <p:cNvSpPr txBox="1">
            <a:spLocks noChangeArrowheads="1"/>
          </p:cNvSpPr>
          <p:nvPr/>
        </p:nvSpPr>
        <p:spPr bwMode="auto">
          <a:xfrm>
            <a:off x="2209800" y="457200"/>
            <a:ext cx="5562600" cy="769441"/>
          </a:xfrm>
          <a:prstGeom prst="rect">
            <a:avLst/>
          </a:prstGeom>
          <a:solidFill>
            <a:schemeClr val="accent1"/>
          </a:solidFill>
          <a:ln w="9525">
            <a:noFill/>
            <a:miter lim="800000"/>
            <a:headEnd/>
            <a:tailEnd/>
          </a:ln>
        </p:spPr>
        <p:txBody>
          <a:bodyPr wrap="square">
            <a:spAutoFit/>
          </a:bodyPr>
          <a:lstStyle/>
          <a:p>
            <a:pPr>
              <a:spcBef>
                <a:spcPct val="50000"/>
              </a:spcBef>
            </a:pPr>
            <a:r>
              <a:rPr lang="en-US" sz="4400" b="1" dirty="0">
                <a:solidFill>
                  <a:srgbClr val="FF0000"/>
                </a:solidFill>
              </a:rPr>
              <a:t>Cell and </a:t>
            </a:r>
            <a:r>
              <a:rPr lang="en-US" sz="4400" b="1" dirty="0" smtClean="0">
                <a:solidFill>
                  <a:srgbClr val="FF0000"/>
                </a:solidFill>
              </a:rPr>
              <a:t>Cell Cluster</a:t>
            </a:r>
            <a:endParaRPr lang="en-US" sz="4400" b="1" dirty="0">
              <a:solidFill>
                <a:srgbClr val="FF0000"/>
              </a:solidFill>
            </a:endParaRPr>
          </a:p>
        </p:txBody>
      </p:sp>
      <p:sp>
        <p:nvSpPr>
          <p:cNvPr id="32773" name="AutoShape 6"/>
          <p:cNvSpPr>
            <a:spLocks noChangeArrowheads="1"/>
          </p:cNvSpPr>
          <p:nvPr/>
        </p:nvSpPr>
        <p:spPr bwMode="auto">
          <a:xfrm>
            <a:off x="3200400" y="4038600"/>
            <a:ext cx="2514600" cy="2209800"/>
          </a:xfrm>
          <a:prstGeom prst="hexagon">
            <a:avLst>
              <a:gd name="adj" fmla="val 28448"/>
              <a:gd name="vf" fmla="val 115470"/>
            </a:avLst>
          </a:prstGeom>
          <a:solidFill>
            <a:srgbClr val="00B0F0"/>
          </a:solidFill>
          <a:ln w="9525">
            <a:solidFill>
              <a:schemeClr val="tx1"/>
            </a:solidFill>
            <a:miter lim="800000"/>
            <a:headEnd/>
            <a:tailEnd/>
          </a:ln>
        </p:spPr>
        <p:txBody>
          <a:bodyPr wrap="none" anchor="ctr"/>
          <a:lstStyle/>
          <a:p>
            <a:pPr algn="ctr"/>
            <a:r>
              <a:rPr lang="en-US"/>
              <a:t>Hexagonal cell</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p:cNvSpPr>
            <a:spLocks noGrp="1"/>
          </p:cNvSpPr>
          <p:nvPr>
            <p:ph type="sldNum" sz="quarter" idx="12"/>
          </p:nvPr>
        </p:nvSpPr>
        <p:spPr>
          <a:noFill/>
        </p:spPr>
        <p:txBody>
          <a:bodyPr/>
          <a:lstStyle/>
          <a:p>
            <a:fld id="{32B1FE4B-7DD2-409A-A15A-3A581A904A67}" type="slidenum">
              <a:rPr lang="en-US" smtClean="0"/>
              <a:pPr/>
              <a:t>16</a:t>
            </a:fld>
            <a:endParaRPr lang="en-US"/>
          </a:p>
        </p:txBody>
      </p:sp>
      <p:sp>
        <p:nvSpPr>
          <p:cNvPr id="33795" name="Rectangle 4"/>
          <p:cNvSpPr>
            <a:spLocks noChangeArrowheads="1"/>
          </p:cNvSpPr>
          <p:nvPr/>
        </p:nvSpPr>
        <p:spPr bwMode="auto">
          <a:xfrm>
            <a:off x="304800" y="990600"/>
            <a:ext cx="8610600" cy="4789488"/>
          </a:xfrm>
          <a:prstGeom prst="rect">
            <a:avLst/>
          </a:prstGeom>
          <a:solidFill>
            <a:srgbClr val="33CCCC"/>
          </a:solidFill>
          <a:ln w="9525">
            <a:noFill/>
            <a:miter lim="800000"/>
            <a:headEnd/>
            <a:tailEnd/>
          </a:ln>
        </p:spPr>
        <p:txBody>
          <a:bodyPr wrap="square">
            <a:spAutoFit/>
          </a:bodyPr>
          <a:lstStyle/>
          <a:p>
            <a:pPr algn="just">
              <a:buFont typeface="Wingdings" pitchFamily="2" charset="2"/>
              <a:buChar char="v"/>
            </a:pPr>
            <a:r>
              <a:rPr lang="en-US" sz="2800" dirty="0"/>
              <a:t>Break the metropolitan area into small areas</a:t>
            </a:r>
          </a:p>
          <a:p>
            <a:pPr algn="just">
              <a:buFont typeface="Wingdings" pitchFamily="2" charset="2"/>
              <a:buNone/>
            </a:pPr>
            <a:endParaRPr lang="en-US" sz="2800" dirty="0"/>
          </a:p>
          <a:p>
            <a:pPr algn="just">
              <a:buFont typeface="Wingdings" pitchFamily="2" charset="2"/>
              <a:buChar char="v"/>
            </a:pPr>
            <a:r>
              <a:rPr lang="en-US" sz="2800" dirty="0"/>
              <a:t>Each area is approximated with a hexagonal </a:t>
            </a:r>
            <a:r>
              <a:rPr lang="en-US" sz="2800" b="1" i="1" dirty="0"/>
              <a:t>cell</a:t>
            </a:r>
            <a:r>
              <a:rPr lang="en-US" sz="2800" dirty="0"/>
              <a:t>.</a:t>
            </a:r>
          </a:p>
          <a:p>
            <a:pPr algn="just">
              <a:buFont typeface="Wingdings" pitchFamily="2" charset="2"/>
              <a:buNone/>
            </a:pPr>
            <a:endParaRPr lang="en-US" sz="2800" dirty="0"/>
          </a:p>
          <a:p>
            <a:pPr algn="just">
              <a:buFont typeface="Wingdings" pitchFamily="2" charset="2"/>
              <a:buChar char="v"/>
            </a:pPr>
            <a:r>
              <a:rPr lang="en-US" sz="2800" dirty="0"/>
              <a:t>A </a:t>
            </a:r>
            <a:r>
              <a:rPr lang="en-US" sz="2800" b="1" i="1" dirty="0"/>
              <a:t>base station</a:t>
            </a:r>
            <a:r>
              <a:rPr lang="en-US" sz="2800" dirty="0"/>
              <a:t> is located at the center of each cell.</a:t>
            </a:r>
          </a:p>
          <a:p>
            <a:pPr algn="just">
              <a:buFont typeface="Wingdings" pitchFamily="2" charset="2"/>
              <a:buNone/>
            </a:pPr>
            <a:endParaRPr lang="en-US" sz="2800" dirty="0"/>
          </a:p>
          <a:p>
            <a:pPr algn="just">
              <a:buFont typeface="Wingdings" pitchFamily="2" charset="2"/>
              <a:buChar char="v"/>
            </a:pPr>
            <a:r>
              <a:rPr lang="en-US" sz="2800" dirty="0"/>
              <a:t>Each cell is assigned only a fraction of the total number of channels.</a:t>
            </a:r>
          </a:p>
          <a:p>
            <a:pPr algn="just">
              <a:buFont typeface="Wingdings" pitchFamily="2" charset="2"/>
              <a:buNone/>
            </a:pPr>
            <a:endParaRPr lang="en-US" sz="2800" dirty="0"/>
          </a:p>
          <a:p>
            <a:pPr algn="just">
              <a:buFont typeface="Wingdings" pitchFamily="2" charset="2"/>
              <a:buChar char="v"/>
            </a:pPr>
            <a:r>
              <a:rPr lang="en-US" sz="2800" dirty="0"/>
              <a:t>Cells that are sufficiently far apart can reuse the same frequency.</a:t>
            </a:r>
          </a:p>
        </p:txBody>
      </p:sp>
      <p:sp>
        <p:nvSpPr>
          <p:cNvPr id="33796" name="Text Box 5"/>
          <p:cNvSpPr txBox="1">
            <a:spLocks noChangeArrowheads="1"/>
          </p:cNvSpPr>
          <p:nvPr/>
        </p:nvSpPr>
        <p:spPr bwMode="auto">
          <a:xfrm>
            <a:off x="1371600" y="152400"/>
            <a:ext cx="5943600" cy="579438"/>
          </a:xfrm>
          <a:prstGeom prst="rect">
            <a:avLst/>
          </a:prstGeom>
          <a:solidFill>
            <a:srgbClr val="FF5050"/>
          </a:solidFill>
          <a:ln w="9525">
            <a:noFill/>
            <a:miter lim="800000"/>
            <a:headEnd/>
            <a:tailEnd/>
          </a:ln>
        </p:spPr>
        <p:txBody>
          <a:bodyPr>
            <a:spAutoFit/>
          </a:bodyPr>
          <a:lstStyle/>
          <a:p>
            <a:pPr>
              <a:spcBef>
                <a:spcPct val="50000"/>
              </a:spcBef>
            </a:pPr>
            <a:r>
              <a:rPr lang="en-US" sz="3200"/>
              <a:t>Basic of Mobile Cellular Network</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D28B5E0-045C-421D-B430-3AA3F47CE1AB}" type="slidenum">
              <a:rPr lang="en-US" smtClean="0"/>
              <a:pPr>
                <a:defRPr/>
              </a:pPr>
              <a:t>17</a:t>
            </a:fld>
            <a:endParaRPr lang="en-US" dirty="0"/>
          </a:p>
        </p:txBody>
      </p:sp>
      <p:grpSp>
        <p:nvGrpSpPr>
          <p:cNvPr id="51" name="Group 50"/>
          <p:cNvGrpSpPr/>
          <p:nvPr/>
        </p:nvGrpSpPr>
        <p:grpSpPr>
          <a:xfrm>
            <a:off x="2362200" y="591152"/>
            <a:ext cx="4343400" cy="4209448"/>
            <a:chOff x="2362200" y="591152"/>
            <a:chExt cx="4343400" cy="4209448"/>
          </a:xfrm>
        </p:grpSpPr>
        <p:sp>
          <p:nvSpPr>
            <p:cNvPr id="5" name="Hexagon 4"/>
            <p:cNvSpPr/>
            <p:nvPr/>
          </p:nvSpPr>
          <p:spPr>
            <a:xfrm rot="5400000">
              <a:off x="2514600" y="1676400"/>
              <a:ext cx="2971800" cy="3276600"/>
            </a:xfrm>
            <a:prstGeom prst="hexagon">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p:cNvGrpSpPr/>
            <p:nvPr/>
          </p:nvGrpSpPr>
          <p:grpSpPr>
            <a:xfrm>
              <a:off x="3505200" y="591152"/>
              <a:ext cx="762000" cy="2628298"/>
              <a:chOff x="3505200" y="591152"/>
              <a:chExt cx="762000" cy="2628298"/>
            </a:xfrm>
          </p:grpSpPr>
          <p:cxnSp>
            <p:nvCxnSpPr>
              <p:cNvPr id="7" name="Straight Connector 6"/>
              <p:cNvCxnSpPr/>
              <p:nvPr/>
            </p:nvCxnSpPr>
            <p:spPr>
              <a:xfrm flipV="1">
                <a:off x="3505200" y="838200"/>
                <a:ext cx="381000" cy="23622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886200" y="838200"/>
                <a:ext cx="381000" cy="23622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810000" y="1371600"/>
                <a:ext cx="228600" cy="152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657600" y="2133600"/>
                <a:ext cx="228600" cy="228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3886200" y="2209800"/>
                <a:ext cx="228600" cy="152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3810000" y="1295400"/>
                <a:ext cx="152400" cy="228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581400" y="2743200"/>
                <a:ext cx="304800" cy="3048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3848100" y="2743200"/>
                <a:ext cx="419100" cy="2667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3886200" y="838200"/>
                <a:ext cx="0" cy="23812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505200" y="3200400"/>
                <a:ext cx="381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3924300" y="3124200"/>
                <a:ext cx="342900" cy="9525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3505200" y="990600"/>
                <a:ext cx="76200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3583004" y="591152"/>
                <a:ext cx="0" cy="6096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4115602" y="591152"/>
                <a:ext cx="0" cy="6096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5209674" y="2667000"/>
              <a:ext cx="228600" cy="685800"/>
              <a:chOff x="5181600" y="2743200"/>
              <a:chExt cx="228600" cy="685800"/>
            </a:xfrm>
          </p:grpSpPr>
          <p:sp>
            <p:nvSpPr>
              <p:cNvPr id="37" name="Rectangle 36"/>
              <p:cNvSpPr/>
              <p:nvPr/>
            </p:nvSpPr>
            <p:spPr>
              <a:xfrm>
                <a:off x="5181600" y="3048000"/>
                <a:ext cx="228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p:cNvCxnSpPr>
                <a:stCxn id="37" idx="0"/>
              </p:cNvCxnSpPr>
              <p:nvPr/>
            </p:nvCxnSpPr>
            <p:spPr>
              <a:xfrm flipH="1" flipV="1">
                <a:off x="5257800" y="2743200"/>
                <a:ext cx="38100" cy="30480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41" name="Freeform 40"/>
            <p:cNvSpPr/>
            <p:nvPr/>
          </p:nvSpPr>
          <p:spPr>
            <a:xfrm>
              <a:off x="4235116" y="1155032"/>
              <a:ext cx="962526" cy="1414913"/>
            </a:xfrm>
            <a:custGeom>
              <a:avLst/>
              <a:gdLst>
                <a:gd name="connsiteX0" fmla="*/ 962526 w 962526"/>
                <a:gd name="connsiteY0" fmla="*/ 1414913 h 1414913"/>
                <a:gd name="connsiteX1" fmla="*/ 481263 w 962526"/>
                <a:gd name="connsiteY1" fmla="*/ 673768 h 1414913"/>
                <a:gd name="connsiteX2" fmla="*/ 394636 w 962526"/>
                <a:gd name="connsiteY2" fmla="*/ 1001027 h 1414913"/>
                <a:gd name="connsiteX3" fmla="*/ 0 w 962526"/>
                <a:gd name="connsiteY3" fmla="*/ 0 h 1414913"/>
              </a:gdLst>
              <a:ahLst/>
              <a:cxnLst>
                <a:cxn ang="0">
                  <a:pos x="connsiteX0" y="connsiteY0"/>
                </a:cxn>
                <a:cxn ang="0">
                  <a:pos x="connsiteX1" y="connsiteY1"/>
                </a:cxn>
                <a:cxn ang="0">
                  <a:pos x="connsiteX2" y="connsiteY2"/>
                </a:cxn>
                <a:cxn ang="0">
                  <a:pos x="connsiteX3" y="connsiteY3"/>
                </a:cxn>
              </a:cxnLst>
              <a:rect l="l" t="t" r="r" b="b"/>
              <a:pathLst>
                <a:path w="962526" h="1414913">
                  <a:moveTo>
                    <a:pt x="962526" y="1414913"/>
                  </a:moveTo>
                  <a:cubicBezTo>
                    <a:pt x="769218" y="1078831"/>
                    <a:pt x="575911" y="742749"/>
                    <a:pt x="481263" y="673768"/>
                  </a:cubicBezTo>
                  <a:cubicBezTo>
                    <a:pt x="386615" y="604787"/>
                    <a:pt x="474847" y="1113322"/>
                    <a:pt x="394636" y="1001027"/>
                  </a:cubicBezTo>
                  <a:cubicBezTo>
                    <a:pt x="314425" y="888732"/>
                    <a:pt x="62564" y="163629"/>
                    <a:pt x="0" y="0"/>
                  </a:cubicBezTo>
                </a:path>
              </a:pathLst>
            </a:custGeom>
            <a:noFill/>
            <a:ln>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p:cNvSpPr/>
            <p:nvPr/>
          </p:nvSpPr>
          <p:spPr>
            <a:xfrm>
              <a:off x="4676274" y="1089259"/>
              <a:ext cx="962526" cy="1414913"/>
            </a:xfrm>
            <a:custGeom>
              <a:avLst/>
              <a:gdLst>
                <a:gd name="connsiteX0" fmla="*/ 962526 w 962526"/>
                <a:gd name="connsiteY0" fmla="*/ 1414913 h 1414913"/>
                <a:gd name="connsiteX1" fmla="*/ 481263 w 962526"/>
                <a:gd name="connsiteY1" fmla="*/ 673768 h 1414913"/>
                <a:gd name="connsiteX2" fmla="*/ 394636 w 962526"/>
                <a:gd name="connsiteY2" fmla="*/ 1001027 h 1414913"/>
                <a:gd name="connsiteX3" fmla="*/ 0 w 962526"/>
                <a:gd name="connsiteY3" fmla="*/ 0 h 1414913"/>
              </a:gdLst>
              <a:ahLst/>
              <a:cxnLst>
                <a:cxn ang="0">
                  <a:pos x="connsiteX0" y="connsiteY0"/>
                </a:cxn>
                <a:cxn ang="0">
                  <a:pos x="connsiteX1" y="connsiteY1"/>
                </a:cxn>
                <a:cxn ang="0">
                  <a:pos x="connsiteX2" y="connsiteY2"/>
                </a:cxn>
                <a:cxn ang="0">
                  <a:pos x="connsiteX3" y="connsiteY3"/>
                </a:cxn>
              </a:cxnLst>
              <a:rect l="l" t="t" r="r" b="b"/>
              <a:pathLst>
                <a:path w="962526" h="1414913">
                  <a:moveTo>
                    <a:pt x="962526" y="1414913"/>
                  </a:moveTo>
                  <a:cubicBezTo>
                    <a:pt x="769218" y="1078831"/>
                    <a:pt x="575911" y="742749"/>
                    <a:pt x="481263" y="673768"/>
                  </a:cubicBezTo>
                  <a:cubicBezTo>
                    <a:pt x="386615" y="604787"/>
                    <a:pt x="474847" y="1113322"/>
                    <a:pt x="394636" y="1001027"/>
                  </a:cubicBezTo>
                  <a:cubicBezTo>
                    <a:pt x="314425" y="888732"/>
                    <a:pt x="62564" y="163629"/>
                    <a:pt x="0" y="0"/>
                  </a:cubicBezTo>
                </a:path>
              </a:pathLst>
            </a:custGeom>
            <a:noFill/>
            <a:ln>
              <a:solidFill>
                <a:srgbClr val="0000CC"/>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5285874" y="1295400"/>
              <a:ext cx="1419726" cy="400110"/>
            </a:xfrm>
            <a:prstGeom prst="rect">
              <a:avLst/>
            </a:prstGeom>
            <a:noFill/>
          </p:spPr>
          <p:txBody>
            <a:bodyPr wrap="square" rtlCol="0">
              <a:spAutoFit/>
            </a:bodyPr>
            <a:lstStyle/>
            <a:p>
              <a:r>
                <a:rPr lang="en-US" sz="2000" dirty="0" smtClean="0"/>
                <a:t>Up link</a:t>
              </a:r>
              <a:endParaRPr lang="en-US" sz="2000" dirty="0"/>
            </a:p>
          </p:txBody>
        </p:sp>
        <p:sp>
          <p:nvSpPr>
            <p:cNvPr id="44" name="TextBox 43"/>
            <p:cNvSpPr txBox="1"/>
            <p:nvPr/>
          </p:nvSpPr>
          <p:spPr>
            <a:xfrm>
              <a:off x="3904248" y="2460277"/>
              <a:ext cx="1419726" cy="400110"/>
            </a:xfrm>
            <a:prstGeom prst="rect">
              <a:avLst/>
            </a:prstGeom>
            <a:noFill/>
          </p:spPr>
          <p:txBody>
            <a:bodyPr wrap="square" rtlCol="0">
              <a:spAutoFit/>
            </a:bodyPr>
            <a:lstStyle/>
            <a:p>
              <a:r>
                <a:rPr lang="en-US" sz="2000" dirty="0" smtClean="0"/>
                <a:t>Down link</a:t>
              </a:r>
              <a:endParaRPr lang="en-US" sz="2000" dirty="0"/>
            </a:p>
          </p:txBody>
        </p:sp>
        <p:sp>
          <p:nvSpPr>
            <p:cNvPr id="45" name="Rectangle 44"/>
            <p:cNvSpPr/>
            <p:nvPr/>
          </p:nvSpPr>
          <p:spPr>
            <a:xfrm>
              <a:off x="2819400" y="2660332"/>
              <a:ext cx="533400" cy="559118"/>
            </a:xfrm>
            <a:prstGeom prst="rect">
              <a:avLst/>
            </a:prstGeom>
            <a:solidFill>
              <a:srgbClr val="FFCC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Isosceles Triangle 45"/>
            <p:cNvSpPr/>
            <p:nvPr/>
          </p:nvSpPr>
          <p:spPr>
            <a:xfrm>
              <a:off x="2801353" y="2286000"/>
              <a:ext cx="550646" cy="374332"/>
            </a:xfrm>
            <a:prstGeom prst="triangle">
              <a:avLst/>
            </a:prstGeom>
            <a:solidFill>
              <a:srgbClr val="FFCC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2741596" y="3371020"/>
              <a:ext cx="610403" cy="461665"/>
            </a:xfrm>
            <a:prstGeom prst="rect">
              <a:avLst/>
            </a:prstGeom>
            <a:noFill/>
          </p:spPr>
          <p:txBody>
            <a:bodyPr wrap="square" rtlCol="0">
              <a:spAutoFit/>
            </a:bodyPr>
            <a:lstStyle/>
            <a:p>
              <a:r>
                <a:rPr lang="en-US" dirty="0" smtClean="0"/>
                <a:t>BS</a:t>
              </a:r>
              <a:endParaRPr lang="en-US" dirty="0"/>
            </a:p>
          </p:txBody>
        </p:sp>
        <p:sp>
          <p:nvSpPr>
            <p:cNvPr id="48" name="TextBox 47"/>
            <p:cNvSpPr txBox="1"/>
            <p:nvPr/>
          </p:nvSpPr>
          <p:spPr>
            <a:xfrm>
              <a:off x="5029200" y="3600450"/>
              <a:ext cx="762000" cy="461665"/>
            </a:xfrm>
            <a:prstGeom prst="rect">
              <a:avLst/>
            </a:prstGeom>
            <a:noFill/>
          </p:spPr>
          <p:txBody>
            <a:bodyPr wrap="square" rtlCol="0">
              <a:spAutoFit/>
            </a:bodyPr>
            <a:lstStyle/>
            <a:p>
              <a:r>
                <a:rPr lang="en-US" dirty="0" smtClean="0"/>
                <a:t>MS</a:t>
              </a:r>
              <a:endParaRPr lang="en-US" dirty="0"/>
            </a:p>
          </p:txBody>
        </p:sp>
        <p:sp>
          <p:nvSpPr>
            <p:cNvPr id="49" name="Freeform 48"/>
            <p:cNvSpPr/>
            <p:nvPr/>
          </p:nvSpPr>
          <p:spPr>
            <a:xfrm>
              <a:off x="3349592" y="1029903"/>
              <a:ext cx="442762" cy="1829562"/>
            </a:xfrm>
            <a:custGeom>
              <a:avLst/>
              <a:gdLst>
                <a:gd name="connsiteX0" fmla="*/ 442762 w 442762"/>
                <a:gd name="connsiteY0" fmla="*/ 0 h 1829562"/>
                <a:gd name="connsiteX1" fmla="*/ 404261 w 442762"/>
                <a:gd name="connsiteY1" fmla="*/ 596766 h 1829562"/>
                <a:gd name="connsiteX2" fmla="*/ 240631 w 442762"/>
                <a:gd name="connsiteY2" fmla="*/ 1280160 h 1829562"/>
                <a:gd name="connsiteX3" fmla="*/ 163629 w 442762"/>
                <a:gd name="connsiteY3" fmla="*/ 1771049 h 1829562"/>
                <a:gd name="connsiteX4" fmla="*/ 0 w 442762"/>
                <a:gd name="connsiteY4" fmla="*/ 1828800 h 1829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762" h="1829562">
                  <a:moveTo>
                    <a:pt x="442762" y="0"/>
                  </a:moveTo>
                  <a:cubicBezTo>
                    <a:pt x="440355" y="191703"/>
                    <a:pt x="437949" y="383406"/>
                    <a:pt x="404261" y="596766"/>
                  </a:cubicBezTo>
                  <a:cubicBezTo>
                    <a:pt x="370573" y="810126"/>
                    <a:pt x="280736" y="1084446"/>
                    <a:pt x="240631" y="1280160"/>
                  </a:cubicBezTo>
                  <a:cubicBezTo>
                    <a:pt x="200526" y="1475874"/>
                    <a:pt x="203734" y="1679609"/>
                    <a:pt x="163629" y="1771049"/>
                  </a:cubicBezTo>
                  <a:cubicBezTo>
                    <a:pt x="123524" y="1862489"/>
                    <a:pt x="6417" y="1815966"/>
                    <a:pt x="0" y="1828800"/>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49"/>
            <p:cNvSpPr/>
            <p:nvPr/>
          </p:nvSpPr>
          <p:spPr>
            <a:xfrm>
              <a:off x="3378869" y="1021184"/>
              <a:ext cx="446772" cy="1950615"/>
            </a:xfrm>
            <a:custGeom>
              <a:avLst/>
              <a:gdLst>
                <a:gd name="connsiteX0" fmla="*/ 356135 w 356135"/>
                <a:gd name="connsiteY0" fmla="*/ 4732 h 1933946"/>
                <a:gd name="connsiteX1" fmla="*/ 336884 w 356135"/>
                <a:gd name="connsiteY1" fmla="*/ 100984 h 1933946"/>
                <a:gd name="connsiteX2" fmla="*/ 269508 w 356135"/>
                <a:gd name="connsiteY2" fmla="*/ 688125 h 1933946"/>
                <a:gd name="connsiteX3" fmla="*/ 173255 w 356135"/>
                <a:gd name="connsiteY3" fmla="*/ 1400395 h 1933946"/>
                <a:gd name="connsiteX4" fmla="*/ 125129 w 356135"/>
                <a:gd name="connsiteY4" fmla="*/ 1900908 h 1933946"/>
                <a:gd name="connsiteX5" fmla="*/ 0 w 356135"/>
                <a:gd name="connsiteY5" fmla="*/ 1881658 h 1933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135" h="1933946">
                  <a:moveTo>
                    <a:pt x="356135" y="4732"/>
                  </a:moveTo>
                  <a:cubicBezTo>
                    <a:pt x="353728" y="-4092"/>
                    <a:pt x="351322" y="-12915"/>
                    <a:pt x="336884" y="100984"/>
                  </a:cubicBezTo>
                  <a:cubicBezTo>
                    <a:pt x="322446" y="214883"/>
                    <a:pt x="296779" y="471557"/>
                    <a:pt x="269508" y="688125"/>
                  </a:cubicBezTo>
                  <a:cubicBezTo>
                    <a:pt x="242237" y="904693"/>
                    <a:pt x="197318" y="1198265"/>
                    <a:pt x="173255" y="1400395"/>
                  </a:cubicBezTo>
                  <a:cubicBezTo>
                    <a:pt x="149192" y="1602525"/>
                    <a:pt x="154005" y="1820698"/>
                    <a:pt x="125129" y="1900908"/>
                  </a:cubicBezTo>
                  <a:cubicBezTo>
                    <a:pt x="96253" y="1981119"/>
                    <a:pt x="11229" y="1891283"/>
                    <a:pt x="0" y="1881658"/>
                  </a:cubicBezTo>
                </a:path>
              </a:pathLst>
            </a:custGeom>
            <a:noFill/>
            <a:ln>
              <a:solidFill>
                <a:srgbClr val="99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TextBox 51"/>
          <p:cNvSpPr txBox="1"/>
          <p:nvPr/>
        </p:nvSpPr>
        <p:spPr>
          <a:xfrm>
            <a:off x="4211656" y="434286"/>
            <a:ext cx="1226618" cy="461665"/>
          </a:xfrm>
          <a:prstGeom prst="rect">
            <a:avLst/>
          </a:prstGeom>
          <a:noFill/>
        </p:spPr>
        <p:txBody>
          <a:bodyPr wrap="none" rtlCol="0">
            <a:spAutoFit/>
          </a:bodyPr>
          <a:lstStyle/>
          <a:p>
            <a:r>
              <a:rPr lang="en-US" dirty="0" smtClean="0"/>
              <a:t>Antenna</a:t>
            </a:r>
            <a:endParaRPr lang="en-US" dirty="0"/>
          </a:p>
        </p:txBody>
      </p:sp>
      <p:sp>
        <p:nvSpPr>
          <p:cNvPr id="53" name="Freeform 52"/>
          <p:cNvSpPr/>
          <p:nvPr/>
        </p:nvSpPr>
        <p:spPr>
          <a:xfrm>
            <a:off x="1145406" y="3051208"/>
            <a:ext cx="1665171" cy="288758"/>
          </a:xfrm>
          <a:custGeom>
            <a:avLst/>
            <a:gdLst>
              <a:gd name="connsiteX0" fmla="*/ 1665171 w 1665171"/>
              <a:gd name="connsiteY0" fmla="*/ 0 h 288758"/>
              <a:gd name="connsiteX1" fmla="*/ 1318661 w 1665171"/>
              <a:gd name="connsiteY1" fmla="*/ 211756 h 288758"/>
              <a:gd name="connsiteX2" fmla="*/ 0 w 1665171"/>
              <a:gd name="connsiteY2" fmla="*/ 288758 h 288758"/>
            </a:gdLst>
            <a:ahLst/>
            <a:cxnLst>
              <a:cxn ang="0">
                <a:pos x="connsiteX0" y="connsiteY0"/>
              </a:cxn>
              <a:cxn ang="0">
                <a:pos x="connsiteX1" y="connsiteY1"/>
              </a:cxn>
              <a:cxn ang="0">
                <a:pos x="connsiteX2" y="connsiteY2"/>
              </a:cxn>
            </a:cxnLst>
            <a:rect l="l" t="t" r="r" b="b"/>
            <a:pathLst>
              <a:path w="1665171" h="288758">
                <a:moveTo>
                  <a:pt x="1665171" y="0"/>
                </a:moveTo>
                <a:cubicBezTo>
                  <a:pt x="1630680" y="81815"/>
                  <a:pt x="1596189" y="163630"/>
                  <a:pt x="1318661" y="211756"/>
                </a:cubicBezTo>
                <a:cubicBezTo>
                  <a:pt x="1041132" y="259882"/>
                  <a:pt x="203735" y="280737"/>
                  <a:pt x="0" y="288758"/>
                </a:cubicBezTo>
              </a:path>
            </a:pathLst>
          </a:custGeom>
          <a:noFill/>
          <a:ln>
            <a:solidFill>
              <a:srgbClr val="996633"/>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p:cNvSpPr txBox="1"/>
          <p:nvPr/>
        </p:nvSpPr>
        <p:spPr>
          <a:xfrm>
            <a:off x="607996" y="2743200"/>
            <a:ext cx="1143000" cy="461665"/>
          </a:xfrm>
          <a:prstGeom prst="rect">
            <a:avLst/>
          </a:prstGeom>
          <a:noFill/>
        </p:spPr>
        <p:txBody>
          <a:bodyPr wrap="square" rtlCol="0">
            <a:spAutoFit/>
          </a:bodyPr>
          <a:lstStyle/>
          <a:p>
            <a:r>
              <a:rPr lang="en-US" dirty="0" smtClean="0"/>
              <a:t>Switch</a:t>
            </a:r>
            <a:endParaRPr lang="en-US" dirty="0"/>
          </a:p>
        </p:txBody>
      </p:sp>
      <p:sp>
        <p:nvSpPr>
          <p:cNvPr id="55" name="TextBox 54"/>
          <p:cNvSpPr txBox="1"/>
          <p:nvPr/>
        </p:nvSpPr>
        <p:spPr>
          <a:xfrm>
            <a:off x="1750996" y="5181600"/>
            <a:ext cx="4244741" cy="461665"/>
          </a:xfrm>
          <a:prstGeom prst="rect">
            <a:avLst/>
          </a:prstGeom>
          <a:noFill/>
        </p:spPr>
        <p:txBody>
          <a:bodyPr wrap="square" rtlCol="0">
            <a:spAutoFit/>
          </a:bodyPr>
          <a:lstStyle/>
          <a:p>
            <a:r>
              <a:rPr lang="en-US" i="1" dirty="0" err="1" smtClean="0"/>
              <a:t>f</a:t>
            </a:r>
            <a:r>
              <a:rPr lang="en-US" i="1" baseline="-25000" dirty="0" err="1" smtClean="0"/>
              <a:t>DL</a:t>
            </a:r>
            <a:r>
              <a:rPr lang="en-US" i="1" dirty="0" smtClean="0"/>
              <a:t>- </a:t>
            </a:r>
            <a:r>
              <a:rPr lang="en-US" i="1" dirty="0" err="1" smtClean="0"/>
              <a:t>f</a:t>
            </a:r>
            <a:r>
              <a:rPr lang="en-US" i="1" baseline="-25000" dirty="0" err="1" smtClean="0"/>
              <a:t>UL</a:t>
            </a:r>
            <a:r>
              <a:rPr lang="en-US" i="1" dirty="0" smtClean="0"/>
              <a:t> </a:t>
            </a:r>
            <a:r>
              <a:rPr lang="en-US" dirty="0" smtClean="0"/>
              <a:t>= 45MHz</a:t>
            </a:r>
            <a:endParaRPr lang="en-US" dirty="0"/>
          </a:p>
        </p:txBody>
      </p:sp>
      <p:sp>
        <p:nvSpPr>
          <p:cNvPr id="56" name="Rectangle 55"/>
          <p:cNvSpPr/>
          <p:nvPr/>
        </p:nvSpPr>
        <p:spPr>
          <a:xfrm>
            <a:off x="6705600" y="2569945"/>
            <a:ext cx="381000" cy="62378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7086600" y="2569944"/>
            <a:ext cx="381000" cy="62378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7466799" y="2564203"/>
            <a:ext cx="381000" cy="62378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p:cNvSpPr/>
          <p:nvPr/>
        </p:nvSpPr>
        <p:spPr>
          <a:xfrm>
            <a:off x="7854616" y="2564202"/>
            <a:ext cx="381000" cy="62378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p:cNvSpPr txBox="1"/>
          <p:nvPr/>
        </p:nvSpPr>
        <p:spPr>
          <a:xfrm>
            <a:off x="6597717" y="2019300"/>
            <a:ext cx="1403283" cy="461665"/>
          </a:xfrm>
          <a:prstGeom prst="rect">
            <a:avLst/>
          </a:prstGeom>
          <a:noFill/>
        </p:spPr>
        <p:txBody>
          <a:bodyPr wrap="square" rtlCol="0">
            <a:spAutoFit/>
          </a:bodyPr>
          <a:lstStyle/>
          <a:p>
            <a:r>
              <a:rPr lang="en-US" dirty="0" smtClean="0"/>
              <a:t>Time slot</a:t>
            </a:r>
            <a:endParaRPr lang="en-US" dirty="0"/>
          </a:p>
        </p:txBody>
      </p:sp>
      <p:cxnSp>
        <p:nvCxnSpPr>
          <p:cNvPr id="62" name="Straight Arrow Connector 61"/>
          <p:cNvCxnSpPr>
            <a:endCxn id="57" idx="2"/>
          </p:cNvCxnSpPr>
          <p:nvPr/>
        </p:nvCxnSpPr>
        <p:spPr>
          <a:xfrm flipV="1">
            <a:off x="6934200" y="3193731"/>
            <a:ext cx="342900" cy="1378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5676899" y="4572000"/>
            <a:ext cx="3467101" cy="830997"/>
          </a:xfrm>
          <a:prstGeom prst="rect">
            <a:avLst/>
          </a:prstGeom>
          <a:noFill/>
        </p:spPr>
        <p:txBody>
          <a:bodyPr wrap="square" rtlCol="0">
            <a:spAutoFit/>
          </a:bodyPr>
          <a:lstStyle/>
          <a:p>
            <a:r>
              <a:rPr lang="en-US" dirty="0" smtClean="0"/>
              <a:t>TS and carrier forms a physical channel</a:t>
            </a:r>
            <a:endParaRPr lang="en-US" dirty="0"/>
          </a:p>
        </p:txBody>
      </p:sp>
    </p:spTree>
    <p:extLst>
      <p:ext uri="{BB962C8B-B14F-4D97-AF65-F5344CB8AC3E}">
        <p14:creationId xmlns:p14="http://schemas.microsoft.com/office/powerpoint/2010/main" val="3259324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D28B5E0-045C-421D-B430-3AA3F47CE1AB}" type="slidenum">
              <a:rPr lang="en-US" smtClean="0"/>
              <a:pPr>
                <a:defRPr/>
              </a:pPr>
              <a:t>18</a:t>
            </a:fld>
            <a:endParaRPr lang="en-US"/>
          </a:p>
        </p:txBody>
      </p:sp>
      <p:grpSp>
        <p:nvGrpSpPr>
          <p:cNvPr id="5" name="Group 64"/>
          <p:cNvGrpSpPr>
            <a:grpSpLocks/>
          </p:cNvGrpSpPr>
          <p:nvPr/>
        </p:nvGrpSpPr>
        <p:grpSpPr bwMode="auto">
          <a:xfrm>
            <a:off x="381000" y="76200"/>
            <a:ext cx="8077200" cy="6477000"/>
            <a:chOff x="864" y="1164"/>
            <a:chExt cx="4032" cy="2772"/>
          </a:xfrm>
        </p:grpSpPr>
        <p:pic>
          <p:nvPicPr>
            <p:cNvPr id="6" name="Picture 4"/>
            <p:cNvPicPr>
              <a:picLocks noChangeAspect="1" noChangeArrowheads="1"/>
            </p:cNvPicPr>
            <p:nvPr/>
          </p:nvPicPr>
          <p:blipFill>
            <a:blip r:embed="rId2"/>
            <a:srcRect/>
            <a:stretch>
              <a:fillRect/>
            </a:stretch>
          </p:blipFill>
          <p:spPr bwMode="auto">
            <a:xfrm>
              <a:off x="864" y="1164"/>
              <a:ext cx="4032" cy="2741"/>
            </a:xfrm>
            <a:prstGeom prst="rect">
              <a:avLst/>
            </a:prstGeom>
            <a:noFill/>
            <a:ln w="12700">
              <a:noFill/>
              <a:miter lim="800000"/>
              <a:headEnd/>
              <a:tailEnd/>
            </a:ln>
          </p:spPr>
        </p:pic>
        <p:grpSp>
          <p:nvGrpSpPr>
            <p:cNvPr id="7" name="Group 5"/>
            <p:cNvGrpSpPr>
              <a:grpSpLocks/>
            </p:cNvGrpSpPr>
            <p:nvPr/>
          </p:nvGrpSpPr>
          <p:grpSpPr bwMode="auto">
            <a:xfrm>
              <a:off x="1392" y="1920"/>
              <a:ext cx="2967" cy="2016"/>
              <a:chOff x="3810" y="8562"/>
              <a:chExt cx="4269" cy="3477"/>
            </a:xfrm>
          </p:grpSpPr>
          <p:grpSp>
            <p:nvGrpSpPr>
              <p:cNvPr id="8" name="Group 6"/>
              <p:cNvGrpSpPr>
                <a:grpSpLocks/>
              </p:cNvGrpSpPr>
              <p:nvPr/>
            </p:nvGrpSpPr>
            <p:grpSpPr bwMode="auto">
              <a:xfrm>
                <a:off x="4728" y="8562"/>
                <a:ext cx="1542" cy="1311"/>
                <a:chOff x="6849" y="6048"/>
                <a:chExt cx="1542" cy="1311"/>
              </a:xfrm>
            </p:grpSpPr>
            <p:sp>
              <p:nvSpPr>
                <p:cNvPr id="57" name="AutoShape 7"/>
                <p:cNvSpPr>
                  <a:spLocks noChangeArrowheads="1"/>
                </p:cNvSpPr>
                <p:nvPr/>
              </p:nvSpPr>
              <p:spPr bwMode="auto">
                <a:xfrm>
                  <a:off x="7302" y="6480"/>
                  <a:ext cx="618" cy="432"/>
                </a:xfrm>
                <a:prstGeom prst="hexagon">
                  <a:avLst>
                    <a:gd name="adj" fmla="val 35764"/>
                    <a:gd name="vf" fmla="val 115470"/>
                  </a:avLst>
                </a:prstGeom>
                <a:solidFill>
                  <a:srgbClr val="CCFFFF"/>
                </a:solidFill>
                <a:ln w="9525">
                  <a:solidFill>
                    <a:srgbClr val="000000"/>
                  </a:solidFill>
                  <a:miter lim="800000"/>
                  <a:headEnd/>
                  <a:tailEnd/>
                </a:ln>
              </p:spPr>
              <p:txBody>
                <a:bodyPr/>
                <a:lstStyle/>
                <a:p>
                  <a:pPr algn="ctr" eaLnBrk="0" hangingPunct="0"/>
                  <a:r>
                    <a:rPr lang="en-US" sz="1600" b="1"/>
                    <a:t>1</a:t>
                  </a:r>
                </a:p>
                <a:p>
                  <a:pPr eaLnBrk="0" hangingPunct="0"/>
                  <a:endParaRPr lang="en-US" sz="1600"/>
                </a:p>
              </p:txBody>
            </p:sp>
            <p:sp>
              <p:nvSpPr>
                <p:cNvPr id="58" name="AutoShape 8"/>
                <p:cNvSpPr>
                  <a:spLocks noChangeArrowheads="1"/>
                </p:cNvSpPr>
                <p:nvPr/>
              </p:nvSpPr>
              <p:spPr bwMode="auto">
                <a:xfrm>
                  <a:off x="7302" y="6048"/>
                  <a:ext cx="618" cy="432"/>
                </a:xfrm>
                <a:prstGeom prst="hexagon">
                  <a:avLst>
                    <a:gd name="adj" fmla="val 35764"/>
                    <a:gd name="vf" fmla="val 115470"/>
                  </a:avLst>
                </a:prstGeom>
                <a:solidFill>
                  <a:srgbClr val="FF00FF"/>
                </a:solidFill>
                <a:ln w="9525">
                  <a:solidFill>
                    <a:srgbClr val="000000"/>
                  </a:solidFill>
                  <a:miter lim="800000"/>
                  <a:headEnd/>
                  <a:tailEnd/>
                </a:ln>
              </p:spPr>
              <p:txBody>
                <a:bodyPr/>
                <a:lstStyle/>
                <a:p>
                  <a:pPr algn="ctr" eaLnBrk="0" hangingPunct="0"/>
                  <a:r>
                    <a:rPr lang="en-US" sz="1600" b="1"/>
                    <a:t>2</a:t>
                  </a:r>
                </a:p>
                <a:p>
                  <a:pPr eaLnBrk="0" hangingPunct="0"/>
                  <a:endParaRPr lang="en-US" sz="1600"/>
                </a:p>
              </p:txBody>
            </p:sp>
            <p:sp>
              <p:nvSpPr>
                <p:cNvPr id="59" name="AutoShape 9"/>
                <p:cNvSpPr>
                  <a:spLocks noChangeArrowheads="1"/>
                </p:cNvSpPr>
                <p:nvPr/>
              </p:nvSpPr>
              <p:spPr bwMode="auto">
                <a:xfrm>
                  <a:off x="7314" y="6927"/>
                  <a:ext cx="618" cy="432"/>
                </a:xfrm>
                <a:prstGeom prst="hexagon">
                  <a:avLst>
                    <a:gd name="adj" fmla="val 35764"/>
                    <a:gd name="vf" fmla="val 115470"/>
                  </a:avLst>
                </a:prstGeom>
                <a:solidFill>
                  <a:srgbClr val="FF0000"/>
                </a:solidFill>
                <a:ln w="9525">
                  <a:solidFill>
                    <a:srgbClr val="000000"/>
                  </a:solidFill>
                  <a:miter lim="800000"/>
                  <a:headEnd/>
                  <a:tailEnd/>
                </a:ln>
              </p:spPr>
              <p:txBody>
                <a:bodyPr/>
                <a:lstStyle/>
                <a:p>
                  <a:pPr algn="r" eaLnBrk="0" hangingPunct="0"/>
                  <a:r>
                    <a:rPr lang="en-US" sz="1600" b="1"/>
                    <a:t>5</a:t>
                  </a:r>
                </a:p>
                <a:p>
                  <a:pPr eaLnBrk="0" hangingPunct="0"/>
                  <a:endParaRPr lang="en-US" sz="1600"/>
                </a:p>
              </p:txBody>
            </p:sp>
            <p:sp>
              <p:nvSpPr>
                <p:cNvPr id="60" name="AutoShape 10"/>
                <p:cNvSpPr>
                  <a:spLocks noChangeArrowheads="1"/>
                </p:cNvSpPr>
                <p:nvPr/>
              </p:nvSpPr>
              <p:spPr bwMode="auto">
                <a:xfrm>
                  <a:off x="7761" y="6699"/>
                  <a:ext cx="618" cy="432"/>
                </a:xfrm>
                <a:prstGeom prst="hexagon">
                  <a:avLst>
                    <a:gd name="adj" fmla="val 35764"/>
                    <a:gd name="vf" fmla="val 115470"/>
                  </a:avLst>
                </a:prstGeom>
                <a:solidFill>
                  <a:srgbClr val="993300"/>
                </a:solidFill>
                <a:ln w="9525">
                  <a:solidFill>
                    <a:srgbClr val="000000"/>
                  </a:solidFill>
                  <a:miter lim="800000"/>
                  <a:headEnd/>
                  <a:tailEnd/>
                </a:ln>
              </p:spPr>
              <p:txBody>
                <a:bodyPr/>
                <a:lstStyle/>
                <a:p>
                  <a:pPr algn="ctr" eaLnBrk="0" hangingPunct="0"/>
                  <a:r>
                    <a:rPr lang="en-US" sz="1600" b="1"/>
                    <a:t>6</a:t>
                  </a:r>
                </a:p>
                <a:p>
                  <a:pPr eaLnBrk="0" hangingPunct="0"/>
                  <a:endParaRPr lang="en-US" sz="1600"/>
                </a:p>
              </p:txBody>
            </p:sp>
            <p:sp>
              <p:nvSpPr>
                <p:cNvPr id="61" name="AutoShape 11"/>
                <p:cNvSpPr>
                  <a:spLocks noChangeArrowheads="1"/>
                </p:cNvSpPr>
                <p:nvPr/>
              </p:nvSpPr>
              <p:spPr bwMode="auto">
                <a:xfrm>
                  <a:off x="7773" y="6267"/>
                  <a:ext cx="618" cy="432"/>
                </a:xfrm>
                <a:prstGeom prst="hexagon">
                  <a:avLst>
                    <a:gd name="adj" fmla="val 35764"/>
                    <a:gd name="vf" fmla="val 115470"/>
                  </a:avLst>
                </a:prstGeom>
                <a:solidFill>
                  <a:srgbClr val="FF9900"/>
                </a:solidFill>
                <a:ln w="9525">
                  <a:solidFill>
                    <a:srgbClr val="000000"/>
                  </a:solidFill>
                  <a:miter lim="800000"/>
                  <a:headEnd/>
                  <a:tailEnd/>
                </a:ln>
              </p:spPr>
              <p:txBody>
                <a:bodyPr/>
                <a:lstStyle/>
                <a:p>
                  <a:pPr algn="ctr" eaLnBrk="0" hangingPunct="0"/>
                  <a:r>
                    <a:rPr lang="en-US" sz="1600" b="1"/>
                    <a:t>7</a:t>
                  </a:r>
                </a:p>
                <a:p>
                  <a:pPr eaLnBrk="0" hangingPunct="0"/>
                  <a:endParaRPr lang="en-US" sz="1600"/>
                </a:p>
              </p:txBody>
            </p:sp>
            <p:sp>
              <p:nvSpPr>
                <p:cNvPr id="62" name="AutoShape 12"/>
                <p:cNvSpPr>
                  <a:spLocks noChangeArrowheads="1"/>
                </p:cNvSpPr>
                <p:nvPr/>
              </p:nvSpPr>
              <p:spPr bwMode="auto">
                <a:xfrm>
                  <a:off x="6849" y="6714"/>
                  <a:ext cx="618" cy="432"/>
                </a:xfrm>
                <a:prstGeom prst="hexagon">
                  <a:avLst>
                    <a:gd name="adj" fmla="val 35764"/>
                    <a:gd name="vf" fmla="val 115470"/>
                  </a:avLst>
                </a:prstGeom>
                <a:solidFill>
                  <a:srgbClr val="00FF00"/>
                </a:solidFill>
                <a:ln w="9525">
                  <a:solidFill>
                    <a:srgbClr val="000000"/>
                  </a:solidFill>
                  <a:miter lim="800000"/>
                  <a:headEnd/>
                  <a:tailEnd/>
                </a:ln>
              </p:spPr>
              <p:txBody>
                <a:bodyPr/>
                <a:lstStyle/>
                <a:p>
                  <a:pPr algn="r" eaLnBrk="0" hangingPunct="0"/>
                  <a:r>
                    <a:rPr lang="en-US" sz="1600" b="1"/>
                    <a:t>4</a:t>
                  </a:r>
                </a:p>
                <a:p>
                  <a:pPr eaLnBrk="0" hangingPunct="0"/>
                  <a:endParaRPr lang="en-US" sz="1600"/>
                </a:p>
              </p:txBody>
            </p:sp>
            <p:sp>
              <p:nvSpPr>
                <p:cNvPr id="63" name="AutoShape 13"/>
                <p:cNvSpPr>
                  <a:spLocks noChangeArrowheads="1"/>
                </p:cNvSpPr>
                <p:nvPr/>
              </p:nvSpPr>
              <p:spPr bwMode="auto">
                <a:xfrm>
                  <a:off x="6849" y="6267"/>
                  <a:ext cx="618" cy="432"/>
                </a:xfrm>
                <a:prstGeom prst="hexagon">
                  <a:avLst>
                    <a:gd name="adj" fmla="val 35764"/>
                    <a:gd name="vf" fmla="val 115470"/>
                  </a:avLst>
                </a:prstGeom>
                <a:solidFill>
                  <a:srgbClr val="FFFF99"/>
                </a:solidFill>
                <a:ln w="9525">
                  <a:solidFill>
                    <a:srgbClr val="000000"/>
                  </a:solidFill>
                  <a:miter lim="800000"/>
                  <a:headEnd/>
                  <a:tailEnd/>
                </a:ln>
              </p:spPr>
              <p:txBody>
                <a:bodyPr/>
                <a:lstStyle/>
                <a:p>
                  <a:pPr algn="ctr" eaLnBrk="0" hangingPunct="0"/>
                  <a:r>
                    <a:rPr lang="en-US" sz="1600" b="1"/>
                    <a:t>3</a:t>
                  </a:r>
                </a:p>
                <a:p>
                  <a:pPr eaLnBrk="0" hangingPunct="0"/>
                  <a:endParaRPr lang="en-US" sz="1600"/>
                </a:p>
              </p:txBody>
            </p:sp>
          </p:grpSp>
          <p:grpSp>
            <p:nvGrpSpPr>
              <p:cNvPr id="9" name="Group 14"/>
              <p:cNvGrpSpPr>
                <a:grpSpLocks/>
              </p:cNvGrpSpPr>
              <p:nvPr/>
            </p:nvGrpSpPr>
            <p:grpSpPr bwMode="auto">
              <a:xfrm>
                <a:off x="5184" y="9633"/>
                <a:ext cx="1542" cy="1311"/>
                <a:chOff x="6849" y="6048"/>
                <a:chExt cx="1542" cy="1311"/>
              </a:xfrm>
            </p:grpSpPr>
            <p:sp>
              <p:nvSpPr>
                <p:cNvPr id="50" name="AutoShape 15"/>
                <p:cNvSpPr>
                  <a:spLocks noChangeArrowheads="1"/>
                </p:cNvSpPr>
                <p:nvPr/>
              </p:nvSpPr>
              <p:spPr bwMode="auto">
                <a:xfrm>
                  <a:off x="7302" y="6480"/>
                  <a:ext cx="618" cy="432"/>
                </a:xfrm>
                <a:prstGeom prst="hexagon">
                  <a:avLst>
                    <a:gd name="adj" fmla="val 35764"/>
                    <a:gd name="vf" fmla="val 115470"/>
                  </a:avLst>
                </a:prstGeom>
                <a:solidFill>
                  <a:srgbClr val="CCFFFF"/>
                </a:solidFill>
                <a:ln w="9525">
                  <a:solidFill>
                    <a:srgbClr val="000000"/>
                  </a:solidFill>
                  <a:miter lim="800000"/>
                  <a:headEnd/>
                  <a:tailEnd/>
                </a:ln>
              </p:spPr>
              <p:txBody>
                <a:bodyPr/>
                <a:lstStyle/>
                <a:p>
                  <a:pPr algn="ctr" eaLnBrk="0" hangingPunct="0"/>
                  <a:r>
                    <a:rPr lang="en-US" sz="1600" b="1"/>
                    <a:t>1</a:t>
                  </a:r>
                </a:p>
                <a:p>
                  <a:pPr eaLnBrk="0" hangingPunct="0"/>
                  <a:endParaRPr lang="en-US" sz="1600"/>
                </a:p>
              </p:txBody>
            </p:sp>
            <p:sp>
              <p:nvSpPr>
                <p:cNvPr id="51" name="AutoShape 16"/>
                <p:cNvSpPr>
                  <a:spLocks noChangeArrowheads="1"/>
                </p:cNvSpPr>
                <p:nvPr/>
              </p:nvSpPr>
              <p:spPr bwMode="auto">
                <a:xfrm>
                  <a:off x="7302" y="6048"/>
                  <a:ext cx="618" cy="432"/>
                </a:xfrm>
                <a:prstGeom prst="hexagon">
                  <a:avLst>
                    <a:gd name="adj" fmla="val 35764"/>
                    <a:gd name="vf" fmla="val 115470"/>
                  </a:avLst>
                </a:prstGeom>
                <a:solidFill>
                  <a:srgbClr val="FF00FF"/>
                </a:solidFill>
                <a:ln w="9525">
                  <a:solidFill>
                    <a:srgbClr val="000000"/>
                  </a:solidFill>
                  <a:miter lim="800000"/>
                  <a:headEnd/>
                  <a:tailEnd/>
                </a:ln>
              </p:spPr>
              <p:txBody>
                <a:bodyPr/>
                <a:lstStyle/>
                <a:p>
                  <a:pPr algn="ctr" eaLnBrk="0" hangingPunct="0"/>
                  <a:r>
                    <a:rPr lang="en-US" sz="1600" b="1"/>
                    <a:t>2</a:t>
                  </a:r>
                </a:p>
                <a:p>
                  <a:pPr eaLnBrk="0" hangingPunct="0"/>
                  <a:endParaRPr lang="en-US" sz="1600"/>
                </a:p>
              </p:txBody>
            </p:sp>
            <p:sp>
              <p:nvSpPr>
                <p:cNvPr id="52" name="AutoShape 17"/>
                <p:cNvSpPr>
                  <a:spLocks noChangeArrowheads="1"/>
                </p:cNvSpPr>
                <p:nvPr/>
              </p:nvSpPr>
              <p:spPr bwMode="auto">
                <a:xfrm>
                  <a:off x="7314" y="6927"/>
                  <a:ext cx="618" cy="432"/>
                </a:xfrm>
                <a:prstGeom prst="hexagon">
                  <a:avLst>
                    <a:gd name="adj" fmla="val 35764"/>
                    <a:gd name="vf" fmla="val 115470"/>
                  </a:avLst>
                </a:prstGeom>
                <a:solidFill>
                  <a:srgbClr val="FF0000"/>
                </a:solidFill>
                <a:ln w="9525">
                  <a:solidFill>
                    <a:srgbClr val="000000"/>
                  </a:solidFill>
                  <a:miter lim="800000"/>
                  <a:headEnd/>
                  <a:tailEnd/>
                </a:ln>
              </p:spPr>
              <p:txBody>
                <a:bodyPr/>
                <a:lstStyle/>
                <a:p>
                  <a:pPr algn="r" eaLnBrk="0" hangingPunct="0"/>
                  <a:r>
                    <a:rPr lang="en-US" sz="1600" b="1"/>
                    <a:t>5</a:t>
                  </a:r>
                </a:p>
                <a:p>
                  <a:pPr eaLnBrk="0" hangingPunct="0"/>
                  <a:endParaRPr lang="en-US" sz="1600"/>
                </a:p>
              </p:txBody>
            </p:sp>
            <p:sp>
              <p:nvSpPr>
                <p:cNvPr id="53" name="AutoShape 18"/>
                <p:cNvSpPr>
                  <a:spLocks noChangeArrowheads="1"/>
                </p:cNvSpPr>
                <p:nvPr/>
              </p:nvSpPr>
              <p:spPr bwMode="auto">
                <a:xfrm>
                  <a:off x="7761" y="6699"/>
                  <a:ext cx="618" cy="432"/>
                </a:xfrm>
                <a:prstGeom prst="hexagon">
                  <a:avLst>
                    <a:gd name="adj" fmla="val 35764"/>
                    <a:gd name="vf" fmla="val 115470"/>
                  </a:avLst>
                </a:prstGeom>
                <a:solidFill>
                  <a:srgbClr val="993300"/>
                </a:solidFill>
                <a:ln w="9525">
                  <a:solidFill>
                    <a:srgbClr val="000000"/>
                  </a:solidFill>
                  <a:miter lim="800000"/>
                  <a:headEnd/>
                  <a:tailEnd/>
                </a:ln>
              </p:spPr>
              <p:txBody>
                <a:bodyPr/>
                <a:lstStyle/>
                <a:p>
                  <a:pPr algn="ctr" eaLnBrk="0" hangingPunct="0"/>
                  <a:r>
                    <a:rPr lang="en-US" sz="1600" b="1"/>
                    <a:t>6</a:t>
                  </a:r>
                </a:p>
                <a:p>
                  <a:pPr eaLnBrk="0" hangingPunct="0"/>
                  <a:endParaRPr lang="en-US" sz="1600"/>
                </a:p>
              </p:txBody>
            </p:sp>
            <p:sp>
              <p:nvSpPr>
                <p:cNvPr id="54" name="AutoShape 19"/>
                <p:cNvSpPr>
                  <a:spLocks noChangeArrowheads="1"/>
                </p:cNvSpPr>
                <p:nvPr/>
              </p:nvSpPr>
              <p:spPr bwMode="auto">
                <a:xfrm>
                  <a:off x="7773" y="6267"/>
                  <a:ext cx="618" cy="432"/>
                </a:xfrm>
                <a:prstGeom prst="hexagon">
                  <a:avLst>
                    <a:gd name="adj" fmla="val 35764"/>
                    <a:gd name="vf" fmla="val 115470"/>
                  </a:avLst>
                </a:prstGeom>
                <a:solidFill>
                  <a:srgbClr val="FF9900"/>
                </a:solidFill>
                <a:ln w="9525">
                  <a:solidFill>
                    <a:srgbClr val="000000"/>
                  </a:solidFill>
                  <a:miter lim="800000"/>
                  <a:headEnd/>
                  <a:tailEnd/>
                </a:ln>
              </p:spPr>
              <p:txBody>
                <a:bodyPr/>
                <a:lstStyle/>
                <a:p>
                  <a:pPr algn="ctr" eaLnBrk="0" hangingPunct="0"/>
                  <a:r>
                    <a:rPr lang="en-US" sz="1600" b="1"/>
                    <a:t>7</a:t>
                  </a:r>
                </a:p>
                <a:p>
                  <a:pPr eaLnBrk="0" hangingPunct="0"/>
                  <a:endParaRPr lang="en-US" sz="1600"/>
                </a:p>
              </p:txBody>
            </p:sp>
            <p:sp>
              <p:nvSpPr>
                <p:cNvPr id="55" name="AutoShape 20"/>
                <p:cNvSpPr>
                  <a:spLocks noChangeArrowheads="1"/>
                </p:cNvSpPr>
                <p:nvPr/>
              </p:nvSpPr>
              <p:spPr bwMode="auto">
                <a:xfrm>
                  <a:off x="6849" y="6714"/>
                  <a:ext cx="618" cy="432"/>
                </a:xfrm>
                <a:prstGeom prst="hexagon">
                  <a:avLst>
                    <a:gd name="adj" fmla="val 35764"/>
                    <a:gd name="vf" fmla="val 115470"/>
                  </a:avLst>
                </a:prstGeom>
                <a:solidFill>
                  <a:srgbClr val="00FF00"/>
                </a:solidFill>
                <a:ln w="9525">
                  <a:solidFill>
                    <a:srgbClr val="000000"/>
                  </a:solidFill>
                  <a:miter lim="800000"/>
                  <a:headEnd/>
                  <a:tailEnd/>
                </a:ln>
              </p:spPr>
              <p:txBody>
                <a:bodyPr/>
                <a:lstStyle/>
                <a:p>
                  <a:pPr algn="r" eaLnBrk="0" hangingPunct="0"/>
                  <a:r>
                    <a:rPr lang="en-US" sz="1600" b="1"/>
                    <a:t>4</a:t>
                  </a:r>
                </a:p>
                <a:p>
                  <a:pPr eaLnBrk="0" hangingPunct="0"/>
                  <a:endParaRPr lang="en-US" sz="1600"/>
                </a:p>
              </p:txBody>
            </p:sp>
            <p:sp>
              <p:nvSpPr>
                <p:cNvPr id="56" name="AutoShape 21"/>
                <p:cNvSpPr>
                  <a:spLocks noChangeArrowheads="1"/>
                </p:cNvSpPr>
                <p:nvPr/>
              </p:nvSpPr>
              <p:spPr bwMode="auto">
                <a:xfrm>
                  <a:off x="6849" y="6267"/>
                  <a:ext cx="618" cy="432"/>
                </a:xfrm>
                <a:prstGeom prst="hexagon">
                  <a:avLst>
                    <a:gd name="adj" fmla="val 35764"/>
                    <a:gd name="vf" fmla="val 115470"/>
                  </a:avLst>
                </a:prstGeom>
                <a:solidFill>
                  <a:srgbClr val="FFFF99"/>
                </a:solidFill>
                <a:ln w="9525">
                  <a:solidFill>
                    <a:srgbClr val="000000"/>
                  </a:solidFill>
                  <a:miter lim="800000"/>
                  <a:headEnd/>
                  <a:tailEnd/>
                </a:ln>
              </p:spPr>
              <p:txBody>
                <a:bodyPr/>
                <a:lstStyle/>
                <a:p>
                  <a:pPr algn="ctr" eaLnBrk="0" hangingPunct="0"/>
                  <a:r>
                    <a:rPr lang="en-US" sz="1600" b="1"/>
                    <a:t>3</a:t>
                  </a:r>
                </a:p>
                <a:p>
                  <a:pPr eaLnBrk="0" hangingPunct="0"/>
                  <a:endParaRPr lang="en-US" sz="1600"/>
                </a:p>
              </p:txBody>
            </p:sp>
          </p:grpSp>
          <p:grpSp>
            <p:nvGrpSpPr>
              <p:cNvPr id="10" name="Group 22"/>
              <p:cNvGrpSpPr>
                <a:grpSpLocks/>
              </p:cNvGrpSpPr>
              <p:nvPr/>
            </p:nvGrpSpPr>
            <p:grpSpPr bwMode="auto">
              <a:xfrm>
                <a:off x="6108" y="8769"/>
                <a:ext cx="1542" cy="1311"/>
                <a:chOff x="6849" y="6048"/>
                <a:chExt cx="1542" cy="1311"/>
              </a:xfrm>
            </p:grpSpPr>
            <p:sp>
              <p:nvSpPr>
                <p:cNvPr id="43" name="AutoShape 23"/>
                <p:cNvSpPr>
                  <a:spLocks noChangeArrowheads="1"/>
                </p:cNvSpPr>
                <p:nvPr/>
              </p:nvSpPr>
              <p:spPr bwMode="auto">
                <a:xfrm>
                  <a:off x="7302" y="6480"/>
                  <a:ext cx="618" cy="432"/>
                </a:xfrm>
                <a:prstGeom prst="hexagon">
                  <a:avLst>
                    <a:gd name="adj" fmla="val 35764"/>
                    <a:gd name="vf" fmla="val 115470"/>
                  </a:avLst>
                </a:prstGeom>
                <a:solidFill>
                  <a:srgbClr val="CCFFFF"/>
                </a:solidFill>
                <a:ln w="9525">
                  <a:solidFill>
                    <a:srgbClr val="000000"/>
                  </a:solidFill>
                  <a:miter lim="800000"/>
                  <a:headEnd/>
                  <a:tailEnd/>
                </a:ln>
              </p:spPr>
              <p:txBody>
                <a:bodyPr/>
                <a:lstStyle/>
                <a:p>
                  <a:pPr algn="ctr" eaLnBrk="0" hangingPunct="0"/>
                  <a:r>
                    <a:rPr lang="en-US" sz="1600" b="1"/>
                    <a:t>1</a:t>
                  </a:r>
                </a:p>
                <a:p>
                  <a:pPr eaLnBrk="0" hangingPunct="0"/>
                  <a:endParaRPr lang="en-US" sz="1600"/>
                </a:p>
              </p:txBody>
            </p:sp>
            <p:sp>
              <p:nvSpPr>
                <p:cNvPr id="44" name="AutoShape 24"/>
                <p:cNvSpPr>
                  <a:spLocks noChangeArrowheads="1"/>
                </p:cNvSpPr>
                <p:nvPr/>
              </p:nvSpPr>
              <p:spPr bwMode="auto">
                <a:xfrm>
                  <a:off x="7302" y="6048"/>
                  <a:ext cx="618" cy="432"/>
                </a:xfrm>
                <a:prstGeom prst="hexagon">
                  <a:avLst>
                    <a:gd name="adj" fmla="val 35764"/>
                    <a:gd name="vf" fmla="val 115470"/>
                  </a:avLst>
                </a:prstGeom>
                <a:solidFill>
                  <a:srgbClr val="FF00FF"/>
                </a:solidFill>
                <a:ln w="9525">
                  <a:solidFill>
                    <a:srgbClr val="000000"/>
                  </a:solidFill>
                  <a:miter lim="800000"/>
                  <a:headEnd/>
                  <a:tailEnd/>
                </a:ln>
              </p:spPr>
              <p:txBody>
                <a:bodyPr/>
                <a:lstStyle/>
                <a:p>
                  <a:pPr algn="ctr" eaLnBrk="0" hangingPunct="0"/>
                  <a:r>
                    <a:rPr lang="en-US" sz="1600" b="1"/>
                    <a:t>2</a:t>
                  </a:r>
                </a:p>
                <a:p>
                  <a:pPr eaLnBrk="0" hangingPunct="0"/>
                  <a:endParaRPr lang="en-US" sz="1600"/>
                </a:p>
              </p:txBody>
            </p:sp>
            <p:sp>
              <p:nvSpPr>
                <p:cNvPr id="45" name="AutoShape 25"/>
                <p:cNvSpPr>
                  <a:spLocks noChangeArrowheads="1"/>
                </p:cNvSpPr>
                <p:nvPr/>
              </p:nvSpPr>
              <p:spPr bwMode="auto">
                <a:xfrm>
                  <a:off x="7314" y="6927"/>
                  <a:ext cx="618" cy="432"/>
                </a:xfrm>
                <a:prstGeom prst="hexagon">
                  <a:avLst>
                    <a:gd name="adj" fmla="val 35764"/>
                    <a:gd name="vf" fmla="val 115470"/>
                  </a:avLst>
                </a:prstGeom>
                <a:solidFill>
                  <a:srgbClr val="FF0000"/>
                </a:solidFill>
                <a:ln w="9525">
                  <a:solidFill>
                    <a:srgbClr val="000000"/>
                  </a:solidFill>
                  <a:miter lim="800000"/>
                  <a:headEnd/>
                  <a:tailEnd/>
                </a:ln>
              </p:spPr>
              <p:txBody>
                <a:bodyPr/>
                <a:lstStyle/>
                <a:p>
                  <a:pPr algn="r" eaLnBrk="0" hangingPunct="0"/>
                  <a:r>
                    <a:rPr lang="en-US" sz="1600" b="1"/>
                    <a:t>5</a:t>
                  </a:r>
                </a:p>
                <a:p>
                  <a:pPr eaLnBrk="0" hangingPunct="0"/>
                  <a:endParaRPr lang="en-US" sz="1600"/>
                </a:p>
              </p:txBody>
            </p:sp>
            <p:sp>
              <p:nvSpPr>
                <p:cNvPr id="46" name="AutoShape 26"/>
                <p:cNvSpPr>
                  <a:spLocks noChangeArrowheads="1"/>
                </p:cNvSpPr>
                <p:nvPr/>
              </p:nvSpPr>
              <p:spPr bwMode="auto">
                <a:xfrm>
                  <a:off x="7761" y="6699"/>
                  <a:ext cx="618" cy="432"/>
                </a:xfrm>
                <a:prstGeom prst="hexagon">
                  <a:avLst>
                    <a:gd name="adj" fmla="val 35764"/>
                    <a:gd name="vf" fmla="val 115470"/>
                  </a:avLst>
                </a:prstGeom>
                <a:solidFill>
                  <a:srgbClr val="993300"/>
                </a:solidFill>
                <a:ln w="9525">
                  <a:solidFill>
                    <a:srgbClr val="000000"/>
                  </a:solidFill>
                  <a:miter lim="800000"/>
                  <a:headEnd/>
                  <a:tailEnd/>
                </a:ln>
              </p:spPr>
              <p:txBody>
                <a:bodyPr/>
                <a:lstStyle/>
                <a:p>
                  <a:pPr algn="ctr" eaLnBrk="0" hangingPunct="0"/>
                  <a:r>
                    <a:rPr lang="en-US" sz="1600" b="1"/>
                    <a:t>6</a:t>
                  </a:r>
                </a:p>
                <a:p>
                  <a:pPr eaLnBrk="0" hangingPunct="0"/>
                  <a:endParaRPr lang="en-US" sz="1600"/>
                </a:p>
              </p:txBody>
            </p:sp>
            <p:sp>
              <p:nvSpPr>
                <p:cNvPr id="47" name="AutoShape 27"/>
                <p:cNvSpPr>
                  <a:spLocks noChangeArrowheads="1"/>
                </p:cNvSpPr>
                <p:nvPr/>
              </p:nvSpPr>
              <p:spPr bwMode="auto">
                <a:xfrm>
                  <a:off x="7773" y="6267"/>
                  <a:ext cx="618" cy="432"/>
                </a:xfrm>
                <a:prstGeom prst="hexagon">
                  <a:avLst>
                    <a:gd name="adj" fmla="val 35764"/>
                    <a:gd name="vf" fmla="val 115470"/>
                  </a:avLst>
                </a:prstGeom>
                <a:solidFill>
                  <a:srgbClr val="FF9900"/>
                </a:solidFill>
                <a:ln w="9525">
                  <a:solidFill>
                    <a:srgbClr val="000000"/>
                  </a:solidFill>
                  <a:miter lim="800000"/>
                  <a:headEnd/>
                  <a:tailEnd/>
                </a:ln>
              </p:spPr>
              <p:txBody>
                <a:bodyPr/>
                <a:lstStyle/>
                <a:p>
                  <a:pPr algn="ctr" eaLnBrk="0" hangingPunct="0"/>
                  <a:r>
                    <a:rPr lang="en-US" sz="1600" b="1"/>
                    <a:t>7</a:t>
                  </a:r>
                </a:p>
                <a:p>
                  <a:pPr eaLnBrk="0" hangingPunct="0"/>
                  <a:endParaRPr lang="en-US" sz="1600"/>
                </a:p>
              </p:txBody>
            </p:sp>
            <p:sp>
              <p:nvSpPr>
                <p:cNvPr id="48" name="AutoShape 28"/>
                <p:cNvSpPr>
                  <a:spLocks noChangeArrowheads="1"/>
                </p:cNvSpPr>
                <p:nvPr/>
              </p:nvSpPr>
              <p:spPr bwMode="auto">
                <a:xfrm>
                  <a:off x="6849" y="6714"/>
                  <a:ext cx="618" cy="432"/>
                </a:xfrm>
                <a:prstGeom prst="hexagon">
                  <a:avLst>
                    <a:gd name="adj" fmla="val 35764"/>
                    <a:gd name="vf" fmla="val 115470"/>
                  </a:avLst>
                </a:prstGeom>
                <a:solidFill>
                  <a:srgbClr val="00FF00"/>
                </a:solidFill>
                <a:ln w="9525">
                  <a:solidFill>
                    <a:srgbClr val="000000"/>
                  </a:solidFill>
                  <a:miter lim="800000"/>
                  <a:headEnd/>
                  <a:tailEnd/>
                </a:ln>
              </p:spPr>
              <p:txBody>
                <a:bodyPr/>
                <a:lstStyle/>
                <a:p>
                  <a:pPr algn="r" eaLnBrk="0" hangingPunct="0"/>
                  <a:r>
                    <a:rPr lang="en-US" sz="1600" b="1"/>
                    <a:t>4</a:t>
                  </a:r>
                </a:p>
                <a:p>
                  <a:pPr eaLnBrk="0" hangingPunct="0"/>
                  <a:endParaRPr lang="en-US" sz="1600"/>
                </a:p>
              </p:txBody>
            </p:sp>
            <p:sp>
              <p:nvSpPr>
                <p:cNvPr id="49" name="AutoShape 29"/>
                <p:cNvSpPr>
                  <a:spLocks noChangeArrowheads="1"/>
                </p:cNvSpPr>
                <p:nvPr/>
              </p:nvSpPr>
              <p:spPr bwMode="auto">
                <a:xfrm>
                  <a:off x="6849" y="6267"/>
                  <a:ext cx="618" cy="432"/>
                </a:xfrm>
                <a:prstGeom prst="hexagon">
                  <a:avLst>
                    <a:gd name="adj" fmla="val 35764"/>
                    <a:gd name="vf" fmla="val 115470"/>
                  </a:avLst>
                </a:prstGeom>
                <a:solidFill>
                  <a:srgbClr val="FFFF99"/>
                </a:solidFill>
                <a:ln w="9525">
                  <a:solidFill>
                    <a:srgbClr val="000000"/>
                  </a:solidFill>
                  <a:miter lim="800000"/>
                  <a:headEnd/>
                  <a:tailEnd/>
                </a:ln>
              </p:spPr>
              <p:txBody>
                <a:bodyPr/>
                <a:lstStyle/>
                <a:p>
                  <a:pPr algn="ctr" eaLnBrk="0" hangingPunct="0"/>
                  <a:r>
                    <a:rPr lang="en-US" sz="1600" b="1"/>
                    <a:t>3</a:t>
                  </a:r>
                </a:p>
                <a:p>
                  <a:pPr eaLnBrk="0" hangingPunct="0"/>
                  <a:endParaRPr lang="en-US" sz="1600"/>
                </a:p>
              </p:txBody>
            </p:sp>
          </p:grpSp>
          <p:grpSp>
            <p:nvGrpSpPr>
              <p:cNvPr id="11" name="Group 30"/>
              <p:cNvGrpSpPr>
                <a:grpSpLocks/>
              </p:cNvGrpSpPr>
              <p:nvPr/>
            </p:nvGrpSpPr>
            <p:grpSpPr bwMode="auto">
              <a:xfrm>
                <a:off x="6537" y="9852"/>
                <a:ext cx="1542" cy="1311"/>
                <a:chOff x="6849" y="6048"/>
                <a:chExt cx="1542" cy="1311"/>
              </a:xfrm>
            </p:grpSpPr>
            <p:sp>
              <p:nvSpPr>
                <p:cNvPr id="36" name="AutoShape 31"/>
                <p:cNvSpPr>
                  <a:spLocks noChangeArrowheads="1"/>
                </p:cNvSpPr>
                <p:nvPr/>
              </p:nvSpPr>
              <p:spPr bwMode="auto">
                <a:xfrm>
                  <a:off x="7302" y="6480"/>
                  <a:ext cx="618" cy="432"/>
                </a:xfrm>
                <a:prstGeom prst="hexagon">
                  <a:avLst>
                    <a:gd name="adj" fmla="val 35764"/>
                    <a:gd name="vf" fmla="val 115470"/>
                  </a:avLst>
                </a:prstGeom>
                <a:solidFill>
                  <a:srgbClr val="CCFFFF"/>
                </a:solidFill>
                <a:ln w="9525">
                  <a:solidFill>
                    <a:srgbClr val="000000"/>
                  </a:solidFill>
                  <a:miter lim="800000"/>
                  <a:headEnd/>
                  <a:tailEnd/>
                </a:ln>
              </p:spPr>
              <p:txBody>
                <a:bodyPr/>
                <a:lstStyle/>
                <a:p>
                  <a:pPr algn="ctr" eaLnBrk="0" hangingPunct="0"/>
                  <a:r>
                    <a:rPr lang="en-US" sz="1600" b="1"/>
                    <a:t>1</a:t>
                  </a:r>
                </a:p>
                <a:p>
                  <a:pPr eaLnBrk="0" hangingPunct="0"/>
                  <a:endParaRPr lang="en-US" sz="1600"/>
                </a:p>
              </p:txBody>
            </p:sp>
            <p:sp>
              <p:nvSpPr>
                <p:cNvPr id="37" name="AutoShape 32"/>
                <p:cNvSpPr>
                  <a:spLocks noChangeArrowheads="1"/>
                </p:cNvSpPr>
                <p:nvPr/>
              </p:nvSpPr>
              <p:spPr bwMode="auto">
                <a:xfrm>
                  <a:off x="7302" y="6048"/>
                  <a:ext cx="618" cy="432"/>
                </a:xfrm>
                <a:prstGeom prst="hexagon">
                  <a:avLst>
                    <a:gd name="adj" fmla="val 35764"/>
                    <a:gd name="vf" fmla="val 115470"/>
                  </a:avLst>
                </a:prstGeom>
                <a:solidFill>
                  <a:srgbClr val="FF00FF"/>
                </a:solidFill>
                <a:ln w="9525">
                  <a:solidFill>
                    <a:srgbClr val="000000"/>
                  </a:solidFill>
                  <a:miter lim="800000"/>
                  <a:headEnd/>
                  <a:tailEnd/>
                </a:ln>
              </p:spPr>
              <p:txBody>
                <a:bodyPr/>
                <a:lstStyle/>
                <a:p>
                  <a:pPr algn="ctr" eaLnBrk="0" hangingPunct="0"/>
                  <a:r>
                    <a:rPr lang="en-US" sz="1600" b="1"/>
                    <a:t>2</a:t>
                  </a:r>
                </a:p>
                <a:p>
                  <a:pPr eaLnBrk="0" hangingPunct="0"/>
                  <a:endParaRPr lang="en-US" sz="1600"/>
                </a:p>
              </p:txBody>
            </p:sp>
            <p:sp>
              <p:nvSpPr>
                <p:cNvPr id="38" name="AutoShape 33"/>
                <p:cNvSpPr>
                  <a:spLocks noChangeArrowheads="1"/>
                </p:cNvSpPr>
                <p:nvPr/>
              </p:nvSpPr>
              <p:spPr bwMode="auto">
                <a:xfrm>
                  <a:off x="7314" y="6927"/>
                  <a:ext cx="618" cy="432"/>
                </a:xfrm>
                <a:prstGeom prst="hexagon">
                  <a:avLst>
                    <a:gd name="adj" fmla="val 35764"/>
                    <a:gd name="vf" fmla="val 115470"/>
                  </a:avLst>
                </a:prstGeom>
                <a:solidFill>
                  <a:srgbClr val="FF0000"/>
                </a:solidFill>
                <a:ln w="9525">
                  <a:solidFill>
                    <a:srgbClr val="000000"/>
                  </a:solidFill>
                  <a:miter lim="800000"/>
                  <a:headEnd/>
                  <a:tailEnd/>
                </a:ln>
              </p:spPr>
              <p:txBody>
                <a:bodyPr/>
                <a:lstStyle/>
                <a:p>
                  <a:pPr algn="r" eaLnBrk="0" hangingPunct="0"/>
                  <a:r>
                    <a:rPr lang="en-US" sz="1600" b="1"/>
                    <a:t>5</a:t>
                  </a:r>
                </a:p>
                <a:p>
                  <a:pPr eaLnBrk="0" hangingPunct="0"/>
                  <a:endParaRPr lang="en-US" sz="1600"/>
                </a:p>
              </p:txBody>
            </p:sp>
            <p:sp>
              <p:nvSpPr>
                <p:cNvPr id="39" name="AutoShape 34"/>
                <p:cNvSpPr>
                  <a:spLocks noChangeArrowheads="1"/>
                </p:cNvSpPr>
                <p:nvPr/>
              </p:nvSpPr>
              <p:spPr bwMode="auto">
                <a:xfrm>
                  <a:off x="7761" y="6699"/>
                  <a:ext cx="618" cy="432"/>
                </a:xfrm>
                <a:prstGeom prst="hexagon">
                  <a:avLst>
                    <a:gd name="adj" fmla="val 35764"/>
                    <a:gd name="vf" fmla="val 115470"/>
                  </a:avLst>
                </a:prstGeom>
                <a:solidFill>
                  <a:srgbClr val="993300"/>
                </a:solidFill>
                <a:ln w="9525">
                  <a:solidFill>
                    <a:srgbClr val="000000"/>
                  </a:solidFill>
                  <a:miter lim="800000"/>
                  <a:headEnd/>
                  <a:tailEnd/>
                </a:ln>
              </p:spPr>
              <p:txBody>
                <a:bodyPr/>
                <a:lstStyle/>
                <a:p>
                  <a:pPr algn="ctr" eaLnBrk="0" hangingPunct="0"/>
                  <a:r>
                    <a:rPr lang="en-US" sz="1600" b="1"/>
                    <a:t>6</a:t>
                  </a:r>
                </a:p>
                <a:p>
                  <a:pPr eaLnBrk="0" hangingPunct="0"/>
                  <a:endParaRPr lang="en-US" sz="1600"/>
                </a:p>
              </p:txBody>
            </p:sp>
            <p:sp>
              <p:nvSpPr>
                <p:cNvPr id="40" name="AutoShape 35"/>
                <p:cNvSpPr>
                  <a:spLocks noChangeArrowheads="1"/>
                </p:cNvSpPr>
                <p:nvPr/>
              </p:nvSpPr>
              <p:spPr bwMode="auto">
                <a:xfrm>
                  <a:off x="7773" y="6267"/>
                  <a:ext cx="618" cy="432"/>
                </a:xfrm>
                <a:prstGeom prst="hexagon">
                  <a:avLst>
                    <a:gd name="adj" fmla="val 35764"/>
                    <a:gd name="vf" fmla="val 115470"/>
                  </a:avLst>
                </a:prstGeom>
                <a:solidFill>
                  <a:srgbClr val="FF9900"/>
                </a:solidFill>
                <a:ln w="9525">
                  <a:solidFill>
                    <a:srgbClr val="000000"/>
                  </a:solidFill>
                  <a:miter lim="800000"/>
                  <a:headEnd/>
                  <a:tailEnd/>
                </a:ln>
              </p:spPr>
              <p:txBody>
                <a:bodyPr/>
                <a:lstStyle/>
                <a:p>
                  <a:pPr algn="ctr" eaLnBrk="0" hangingPunct="0"/>
                  <a:r>
                    <a:rPr lang="en-US" sz="1600" b="1"/>
                    <a:t>7</a:t>
                  </a:r>
                </a:p>
                <a:p>
                  <a:pPr eaLnBrk="0" hangingPunct="0"/>
                  <a:endParaRPr lang="en-US" sz="1600"/>
                </a:p>
              </p:txBody>
            </p:sp>
            <p:sp>
              <p:nvSpPr>
                <p:cNvPr id="41" name="AutoShape 36"/>
                <p:cNvSpPr>
                  <a:spLocks noChangeArrowheads="1"/>
                </p:cNvSpPr>
                <p:nvPr/>
              </p:nvSpPr>
              <p:spPr bwMode="auto">
                <a:xfrm>
                  <a:off x="6849" y="6714"/>
                  <a:ext cx="618" cy="432"/>
                </a:xfrm>
                <a:prstGeom prst="hexagon">
                  <a:avLst>
                    <a:gd name="adj" fmla="val 35764"/>
                    <a:gd name="vf" fmla="val 115470"/>
                  </a:avLst>
                </a:prstGeom>
                <a:solidFill>
                  <a:srgbClr val="00FF00"/>
                </a:solidFill>
                <a:ln w="9525">
                  <a:solidFill>
                    <a:srgbClr val="000000"/>
                  </a:solidFill>
                  <a:miter lim="800000"/>
                  <a:headEnd/>
                  <a:tailEnd/>
                </a:ln>
              </p:spPr>
              <p:txBody>
                <a:bodyPr/>
                <a:lstStyle/>
                <a:p>
                  <a:pPr algn="r" eaLnBrk="0" hangingPunct="0"/>
                  <a:r>
                    <a:rPr lang="en-US" sz="1600" b="1"/>
                    <a:t>4</a:t>
                  </a:r>
                </a:p>
                <a:p>
                  <a:pPr eaLnBrk="0" hangingPunct="0"/>
                  <a:endParaRPr lang="en-US" sz="1600"/>
                </a:p>
              </p:txBody>
            </p:sp>
            <p:sp>
              <p:nvSpPr>
                <p:cNvPr id="42" name="AutoShape 37"/>
                <p:cNvSpPr>
                  <a:spLocks noChangeArrowheads="1"/>
                </p:cNvSpPr>
                <p:nvPr/>
              </p:nvSpPr>
              <p:spPr bwMode="auto">
                <a:xfrm>
                  <a:off x="6849" y="6267"/>
                  <a:ext cx="618" cy="432"/>
                </a:xfrm>
                <a:prstGeom prst="hexagon">
                  <a:avLst>
                    <a:gd name="adj" fmla="val 35764"/>
                    <a:gd name="vf" fmla="val 115470"/>
                  </a:avLst>
                </a:prstGeom>
                <a:solidFill>
                  <a:srgbClr val="FFFF99"/>
                </a:solidFill>
                <a:ln w="9525">
                  <a:solidFill>
                    <a:srgbClr val="000000"/>
                  </a:solidFill>
                  <a:miter lim="800000"/>
                  <a:headEnd/>
                  <a:tailEnd/>
                </a:ln>
              </p:spPr>
              <p:txBody>
                <a:bodyPr/>
                <a:lstStyle/>
                <a:p>
                  <a:pPr algn="ctr" eaLnBrk="0" hangingPunct="0"/>
                  <a:r>
                    <a:rPr lang="en-US" sz="1600" b="1"/>
                    <a:t>3</a:t>
                  </a:r>
                </a:p>
                <a:p>
                  <a:pPr eaLnBrk="0" hangingPunct="0"/>
                  <a:endParaRPr lang="en-US" sz="1600"/>
                </a:p>
              </p:txBody>
            </p:sp>
          </p:grpSp>
          <p:grpSp>
            <p:nvGrpSpPr>
              <p:cNvPr id="12" name="Group 38"/>
              <p:cNvGrpSpPr>
                <a:grpSpLocks/>
              </p:cNvGrpSpPr>
              <p:nvPr/>
            </p:nvGrpSpPr>
            <p:grpSpPr bwMode="auto">
              <a:xfrm>
                <a:off x="5631" y="10728"/>
                <a:ext cx="1542" cy="1311"/>
                <a:chOff x="6849" y="6048"/>
                <a:chExt cx="1542" cy="1311"/>
              </a:xfrm>
            </p:grpSpPr>
            <p:sp>
              <p:nvSpPr>
                <p:cNvPr id="29" name="AutoShape 39"/>
                <p:cNvSpPr>
                  <a:spLocks noChangeArrowheads="1"/>
                </p:cNvSpPr>
                <p:nvPr/>
              </p:nvSpPr>
              <p:spPr bwMode="auto">
                <a:xfrm>
                  <a:off x="7302" y="6480"/>
                  <a:ext cx="618" cy="432"/>
                </a:xfrm>
                <a:prstGeom prst="hexagon">
                  <a:avLst>
                    <a:gd name="adj" fmla="val 35764"/>
                    <a:gd name="vf" fmla="val 115470"/>
                  </a:avLst>
                </a:prstGeom>
                <a:solidFill>
                  <a:srgbClr val="CCFFFF"/>
                </a:solidFill>
                <a:ln w="9525">
                  <a:solidFill>
                    <a:srgbClr val="000000"/>
                  </a:solidFill>
                  <a:miter lim="800000"/>
                  <a:headEnd/>
                  <a:tailEnd/>
                </a:ln>
              </p:spPr>
              <p:txBody>
                <a:bodyPr/>
                <a:lstStyle/>
                <a:p>
                  <a:pPr algn="ctr" eaLnBrk="0" hangingPunct="0"/>
                  <a:r>
                    <a:rPr lang="en-US" sz="1600" b="1"/>
                    <a:t>1</a:t>
                  </a:r>
                </a:p>
                <a:p>
                  <a:pPr eaLnBrk="0" hangingPunct="0"/>
                  <a:endParaRPr lang="en-US" sz="1600"/>
                </a:p>
              </p:txBody>
            </p:sp>
            <p:sp>
              <p:nvSpPr>
                <p:cNvPr id="30" name="AutoShape 40"/>
                <p:cNvSpPr>
                  <a:spLocks noChangeArrowheads="1"/>
                </p:cNvSpPr>
                <p:nvPr/>
              </p:nvSpPr>
              <p:spPr bwMode="auto">
                <a:xfrm>
                  <a:off x="7302" y="6048"/>
                  <a:ext cx="618" cy="432"/>
                </a:xfrm>
                <a:prstGeom prst="hexagon">
                  <a:avLst>
                    <a:gd name="adj" fmla="val 35764"/>
                    <a:gd name="vf" fmla="val 115470"/>
                  </a:avLst>
                </a:prstGeom>
                <a:solidFill>
                  <a:srgbClr val="FF00FF"/>
                </a:solidFill>
                <a:ln w="9525">
                  <a:solidFill>
                    <a:srgbClr val="000000"/>
                  </a:solidFill>
                  <a:miter lim="800000"/>
                  <a:headEnd/>
                  <a:tailEnd/>
                </a:ln>
              </p:spPr>
              <p:txBody>
                <a:bodyPr/>
                <a:lstStyle/>
                <a:p>
                  <a:pPr algn="ctr" eaLnBrk="0" hangingPunct="0"/>
                  <a:r>
                    <a:rPr lang="en-US" sz="1600" b="1"/>
                    <a:t>2</a:t>
                  </a:r>
                </a:p>
                <a:p>
                  <a:pPr eaLnBrk="0" hangingPunct="0"/>
                  <a:endParaRPr lang="en-US" sz="1600"/>
                </a:p>
              </p:txBody>
            </p:sp>
            <p:sp>
              <p:nvSpPr>
                <p:cNvPr id="31" name="AutoShape 41"/>
                <p:cNvSpPr>
                  <a:spLocks noChangeArrowheads="1"/>
                </p:cNvSpPr>
                <p:nvPr/>
              </p:nvSpPr>
              <p:spPr bwMode="auto">
                <a:xfrm>
                  <a:off x="7314" y="6927"/>
                  <a:ext cx="618" cy="432"/>
                </a:xfrm>
                <a:prstGeom prst="hexagon">
                  <a:avLst>
                    <a:gd name="adj" fmla="val 35764"/>
                    <a:gd name="vf" fmla="val 115470"/>
                  </a:avLst>
                </a:prstGeom>
                <a:solidFill>
                  <a:srgbClr val="FF0000"/>
                </a:solidFill>
                <a:ln w="9525">
                  <a:solidFill>
                    <a:srgbClr val="000000"/>
                  </a:solidFill>
                  <a:miter lim="800000"/>
                  <a:headEnd/>
                  <a:tailEnd/>
                </a:ln>
              </p:spPr>
              <p:txBody>
                <a:bodyPr/>
                <a:lstStyle/>
                <a:p>
                  <a:pPr algn="r" eaLnBrk="0" hangingPunct="0"/>
                  <a:r>
                    <a:rPr lang="en-US" sz="1600" b="1"/>
                    <a:t>5</a:t>
                  </a:r>
                </a:p>
                <a:p>
                  <a:pPr eaLnBrk="0" hangingPunct="0"/>
                  <a:endParaRPr lang="en-US" sz="1600"/>
                </a:p>
              </p:txBody>
            </p:sp>
            <p:sp>
              <p:nvSpPr>
                <p:cNvPr id="32" name="AutoShape 42"/>
                <p:cNvSpPr>
                  <a:spLocks noChangeArrowheads="1"/>
                </p:cNvSpPr>
                <p:nvPr/>
              </p:nvSpPr>
              <p:spPr bwMode="auto">
                <a:xfrm>
                  <a:off x="7761" y="6699"/>
                  <a:ext cx="618" cy="432"/>
                </a:xfrm>
                <a:prstGeom prst="hexagon">
                  <a:avLst>
                    <a:gd name="adj" fmla="val 35764"/>
                    <a:gd name="vf" fmla="val 115470"/>
                  </a:avLst>
                </a:prstGeom>
                <a:solidFill>
                  <a:srgbClr val="993300"/>
                </a:solidFill>
                <a:ln w="9525">
                  <a:solidFill>
                    <a:srgbClr val="000000"/>
                  </a:solidFill>
                  <a:miter lim="800000"/>
                  <a:headEnd/>
                  <a:tailEnd/>
                </a:ln>
              </p:spPr>
              <p:txBody>
                <a:bodyPr/>
                <a:lstStyle/>
                <a:p>
                  <a:pPr algn="ctr" eaLnBrk="0" hangingPunct="0"/>
                  <a:r>
                    <a:rPr lang="en-US" sz="1600" b="1"/>
                    <a:t>6</a:t>
                  </a:r>
                </a:p>
                <a:p>
                  <a:pPr eaLnBrk="0" hangingPunct="0"/>
                  <a:endParaRPr lang="en-US" sz="1600"/>
                </a:p>
              </p:txBody>
            </p:sp>
            <p:sp>
              <p:nvSpPr>
                <p:cNvPr id="33" name="AutoShape 43"/>
                <p:cNvSpPr>
                  <a:spLocks noChangeArrowheads="1"/>
                </p:cNvSpPr>
                <p:nvPr/>
              </p:nvSpPr>
              <p:spPr bwMode="auto">
                <a:xfrm>
                  <a:off x="7773" y="6267"/>
                  <a:ext cx="618" cy="432"/>
                </a:xfrm>
                <a:prstGeom prst="hexagon">
                  <a:avLst>
                    <a:gd name="adj" fmla="val 35764"/>
                    <a:gd name="vf" fmla="val 115470"/>
                  </a:avLst>
                </a:prstGeom>
                <a:solidFill>
                  <a:srgbClr val="FF9900"/>
                </a:solidFill>
                <a:ln w="9525">
                  <a:solidFill>
                    <a:srgbClr val="000000"/>
                  </a:solidFill>
                  <a:miter lim="800000"/>
                  <a:headEnd/>
                  <a:tailEnd/>
                </a:ln>
              </p:spPr>
              <p:txBody>
                <a:bodyPr/>
                <a:lstStyle/>
                <a:p>
                  <a:pPr algn="ctr" eaLnBrk="0" hangingPunct="0"/>
                  <a:r>
                    <a:rPr lang="en-US" sz="1600" b="1"/>
                    <a:t>7</a:t>
                  </a:r>
                </a:p>
                <a:p>
                  <a:pPr eaLnBrk="0" hangingPunct="0"/>
                  <a:endParaRPr lang="en-US" sz="1600"/>
                </a:p>
              </p:txBody>
            </p:sp>
            <p:sp>
              <p:nvSpPr>
                <p:cNvPr id="34" name="AutoShape 44"/>
                <p:cNvSpPr>
                  <a:spLocks noChangeArrowheads="1"/>
                </p:cNvSpPr>
                <p:nvPr/>
              </p:nvSpPr>
              <p:spPr bwMode="auto">
                <a:xfrm>
                  <a:off x="6849" y="6714"/>
                  <a:ext cx="618" cy="432"/>
                </a:xfrm>
                <a:prstGeom prst="hexagon">
                  <a:avLst>
                    <a:gd name="adj" fmla="val 35764"/>
                    <a:gd name="vf" fmla="val 115470"/>
                  </a:avLst>
                </a:prstGeom>
                <a:solidFill>
                  <a:srgbClr val="00FF00"/>
                </a:solidFill>
                <a:ln w="9525">
                  <a:solidFill>
                    <a:srgbClr val="000000"/>
                  </a:solidFill>
                  <a:miter lim="800000"/>
                  <a:headEnd/>
                  <a:tailEnd/>
                </a:ln>
              </p:spPr>
              <p:txBody>
                <a:bodyPr/>
                <a:lstStyle/>
                <a:p>
                  <a:pPr algn="r" eaLnBrk="0" hangingPunct="0"/>
                  <a:r>
                    <a:rPr lang="en-US" sz="1600" b="1"/>
                    <a:t>4</a:t>
                  </a:r>
                </a:p>
                <a:p>
                  <a:pPr eaLnBrk="0" hangingPunct="0"/>
                  <a:endParaRPr lang="en-US" sz="1600"/>
                </a:p>
              </p:txBody>
            </p:sp>
            <p:sp>
              <p:nvSpPr>
                <p:cNvPr id="35" name="AutoShape 45"/>
                <p:cNvSpPr>
                  <a:spLocks noChangeArrowheads="1"/>
                </p:cNvSpPr>
                <p:nvPr/>
              </p:nvSpPr>
              <p:spPr bwMode="auto">
                <a:xfrm>
                  <a:off x="6849" y="6267"/>
                  <a:ext cx="618" cy="432"/>
                </a:xfrm>
                <a:prstGeom prst="hexagon">
                  <a:avLst>
                    <a:gd name="adj" fmla="val 35764"/>
                    <a:gd name="vf" fmla="val 115470"/>
                  </a:avLst>
                </a:prstGeom>
                <a:solidFill>
                  <a:srgbClr val="FFFF99"/>
                </a:solidFill>
                <a:ln w="9525">
                  <a:solidFill>
                    <a:srgbClr val="000000"/>
                  </a:solidFill>
                  <a:miter lim="800000"/>
                  <a:headEnd/>
                  <a:tailEnd/>
                </a:ln>
              </p:spPr>
              <p:txBody>
                <a:bodyPr/>
                <a:lstStyle/>
                <a:p>
                  <a:pPr algn="ctr" eaLnBrk="0" hangingPunct="0"/>
                  <a:r>
                    <a:rPr lang="en-US" sz="1600" b="1"/>
                    <a:t>3</a:t>
                  </a:r>
                </a:p>
                <a:p>
                  <a:pPr eaLnBrk="0" hangingPunct="0"/>
                  <a:endParaRPr lang="en-US" sz="1600"/>
                </a:p>
              </p:txBody>
            </p:sp>
          </p:grpSp>
          <p:grpSp>
            <p:nvGrpSpPr>
              <p:cNvPr id="13" name="Group 46"/>
              <p:cNvGrpSpPr>
                <a:grpSpLocks/>
              </p:cNvGrpSpPr>
              <p:nvPr/>
            </p:nvGrpSpPr>
            <p:grpSpPr bwMode="auto">
              <a:xfrm>
                <a:off x="4281" y="10521"/>
                <a:ext cx="1542" cy="1311"/>
                <a:chOff x="6849" y="6048"/>
                <a:chExt cx="1542" cy="1311"/>
              </a:xfrm>
            </p:grpSpPr>
            <p:sp>
              <p:nvSpPr>
                <p:cNvPr id="22" name="AutoShape 47"/>
                <p:cNvSpPr>
                  <a:spLocks noChangeArrowheads="1"/>
                </p:cNvSpPr>
                <p:nvPr/>
              </p:nvSpPr>
              <p:spPr bwMode="auto">
                <a:xfrm>
                  <a:off x="7302" y="6480"/>
                  <a:ext cx="618" cy="432"/>
                </a:xfrm>
                <a:prstGeom prst="hexagon">
                  <a:avLst>
                    <a:gd name="adj" fmla="val 35764"/>
                    <a:gd name="vf" fmla="val 115470"/>
                  </a:avLst>
                </a:prstGeom>
                <a:solidFill>
                  <a:srgbClr val="CCFFFF"/>
                </a:solidFill>
                <a:ln w="9525">
                  <a:solidFill>
                    <a:srgbClr val="000000"/>
                  </a:solidFill>
                  <a:miter lim="800000"/>
                  <a:headEnd/>
                  <a:tailEnd/>
                </a:ln>
              </p:spPr>
              <p:txBody>
                <a:bodyPr/>
                <a:lstStyle/>
                <a:p>
                  <a:pPr algn="ctr" eaLnBrk="0" hangingPunct="0"/>
                  <a:r>
                    <a:rPr lang="en-US" sz="1600" b="1"/>
                    <a:t>1</a:t>
                  </a:r>
                </a:p>
                <a:p>
                  <a:pPr eaLnBrk="0" hangingPunct="0"/>
                  <a:endParaRPr lang="en-US" sz="1600"/>
                </a:p>
              </p:txBody>
            </p:sp>
            <p:sp>
              <p:nvSpPr>
                <p:cNvPr id="23" name="AutoShape 48"/>
                <p:cNvSpPr>
                  <a:spLocks noChangeArrowheads="1"/>
                </p:cNvSpPr>
                <p:nvPr/>
              </p:nvSpPr>
              <p:spPr bwMode="auto">
                <a:xfrm>
                  <a:off x="7302" y="6048"/>
                  <a:ext cx="618" cy="432"/>
                </a:xfrm>
                <a:prstGeom prst="hexagon">
                  <a:avLst>
                    <a:gd name="adj" fmla="val 35764"/>
                    <a:gd name="vf" fmla="val 115470"/>
                  </a:avLst>
                </a:prstGeom>
                <a:solidFill>
                  <a:srgbClr val="FF00FF"/>
                </a:solidFill>
                <a:ln w="9525">
                  <a:solidFill>
                    <a:srgbClr val="000000"/>
                  </a:solidFill>
                  <a:miter lim="800000"/>
                  <a:headEnd/>
                  <a:tailEnd/>
                </a:ln>
              </p:spPr>
              <p:txBody>
                <a:bodyPr/>
                <a:lstStyle/>
                <a:p>
                  <a:pPr algn="ctr" eaLnBrk="0" hangingPunct="0"/>
                  <a:r>
                    <a:rPr lang="en-US" sz="1600" b="1"/>
                    <a:t>2</a:t>
                  </a:r>
                </a:p>
                <a:p>
                  <a:pPr eaLnBrk="0" hangingPunct="0"/>
                  <a:endParaRPr lang="en-US" sz="1600"/>
                </a:p>
              </p:txBody>
            </p:sp>
            <p:sp>
              <p:nvSpPr>
                <p:cNvPr id="24" name="AutoShape 49"/>
                <p:cNvSpPr>
                  <a:spLocks noChangeArrowheads="1"/>
                </p:cNvSpPr>
                <p:nvPr/>
              </p:nvSpPr>
              <p:spPr bwMode="auto">
                <a:xfrm>
                  <a:off x="7314" y="6927"/>
                  <a:ext cx="618" cy="432"/>
                </a:xfrm>
                <a:prstGeom prst="hexagon">
                  <a:avLst>
                    <a:gd name="adj" fmla="val 35764"/>
                    <a:gd name="vf" fmla="val 115470"/>
                  </a:avLst>
                </a:prstGeom>
                <a:solidFill>
                  <a:srgbClr val="FF0000"/>
                </a:solidFill>
                <a:ln w="9525">
                  <a:solidFill>
                    <a:srgbClr val="000000"/>
                  </a:solidFill>
                  <a:miter lim="800000"/>
                  <a:headEnd/>
                  <a:tailEnd/>
                </a:ln>
              </p:spPr>
              <p:txBody>
                <a:bodyPr/>
                <a:lstStyle/>
                <a:p>
                  <a:pPr algn="r" eaLnBrk="0" hangingPunct="0"/>
                  <a:r>
                    <a:rPr lang="en-US" sz="1600" b="1"/>
                    <a:t>5</a:t>
                  </a:r>
                </a:p>
                <a:p>
                  <a:pPr eaLnBrk="0" hangingPunct="0"/>
                  <a:endParaRPr lang="en-US" sz="1600"/>
                </a:p>
              </p:txBody>
            </p:sp>
            <p:sp>
              <p:nvSpPr>
                <p:cNvPr id="25" name="AutoShape 50"/>
                <p:cNvSpPr>
                  <a:spLocks noChangeArrowheads="1"/>
                </p:cNvSpPr>
                <p:nvPr/>
              </p:nvSpPr>
              <p:spPr bwMode="auto">
                <a:xfrm>
                  <a:off x="7761" y="6699"/>
                  <a:ext cx="618" cy="432"/>
                </a:xfrm>
                <a:prstGeom prst="hexagon">
                  <a:avLst>
                    <a:gd name="adj" fmla="val 35764"/>
                    <a:gd name="vf" fmla="val 115470"/>
                  </a:avLst>
                </a:prstGeom>
                <a:solidFill>
                  <a:srgbClr val="993300"/>
                </a:solidFill>
                <a:ln w="9525">
                  <a:solidFill>
                    <a:srgbClr val="000000"/>
                  </a:solidFill>
                  <a:miter lim="800000"/>
                  <a:headEnd/>
                  <a:tailEnd/>
                </a:ln>
              </p:spPr>
              <p:txBody>
                <a:bodyPr/>
                <a:lstStyle/>
                <a:p>
                  <a:pPr algn="ctr" eaLnBrk="0" hangingPunct="0"/>
                  <a:r>
                    <a:rPr lang="en-US" sz="1600" b="1"/>
                    <a:t>6</a:t>
                  </a:r>
                </a:p>
                <a:p>
                  <a:pPr eaLnBrk="0" hangingPunct="0"/>
                  <a:endParaRPr lang="en-US" sz="1600"/>
                </a:p>
              </p:txBody>
            </p:sp>
            <p:sp>
              <p:nvSpPr>
                <p:cNvPr id="26" name="AutoShape 51"/>
                <p:cNvSpPr>
                  <a:spLocks noChangeArrowheads="1"/>
                </p:cNvSpPr>
                <p:nvPr/>
              </p:nvSpPr>
              <p:spPr bwMode="auto">
                <a:xfrm>
                  <a:off x="7773" y="6267"/>
                  <a:ext cx="618" cy="432"/>
                </a:xfrm>
                <a:prstGeom prst="hexagon">
                  <a:avLst>
                    <a:gd name="adj" fmla="val 35764"/>
                    <a:gd name="vf" fmla="val 115470"/>
                  </a:avLst>
                </a:prstGeom>
                <a:solidFill>
                  <a:srgbClr val="FF9900"/>
                </a:solidFill>
                <a:ln w="9525">
                  <a:solidFill>
                    <a:srgbClr val="000000"/>
                  </a:solidFill>
                  <a:miter lim="800000"/>
                  <a:headEnd/>
                  <a:tailEnd/>
                </a:ln>
              </p:spPr>
              <p:txBody>
                <a:bodyPr/>
                <a:lstStyle/>
                <a:p>
                  <a:pPr algn="ctr" eaLnBrk="0" hangingPunct="0"/>
                  <a:r>
                    <a:rPr lang="en-US" sz="1600" b="1"/>
                    <a:t>7</a:t>
                  </a:r>
                </a:p>
                <a:p>
                  <a:pPr eaLnBrk="0" hangingPunct="0"/>
                  <a:endParaRPr lang="en-US" sz="1600"/>
                </a:p>
              </p:txBody>
            </p:sp>
            <p:sp>
              <p:nvSpPr>
                <p:cNvPr id="27" name="AutoShape 52"/>
                <p:cNvSpPr>
                  <a:spLocks noChangeArrowheads="1"/>
                </p:cNvSpPr>
                <p:nvPr/>
              </p:nvSpPr>
              <p:spPr bwMode="auto">
                <a:xfrm>
                  <a:off x="6849" y="6714"/>
                  <a:ext cx="618" cy="432"/>
                </a:xfrm>
                <a:prstGeom prst="hexagon">
                  <a:avLst>
                    <a:gd name="adj" fmla="val 35764"/>
                    <a:gd name="vf" fmla="val 115470"/>
                  </a:avLst>
                </a:prstGeom>
                <a:solidFill>
                  <a:srgbClr val="00FF00"/>
                </a:solidFill>
                <a:ln w="9525">
                  <a:solidFill>
                    <a:srgbClr val="000000"/>
                  </a:solidFill>
                  <a:miter lim="800000"/>
                  <a:headEnd/>
                  <a:tailEnd/>
                </a:ln>
              </p:spPr>
              <p:txBody>
                <a:bodyPr/>
                <a:lstStyle/>
                <a:p>
                  <a:pPr algn="r" eaLnBrk="0" hangingPunct="0"/>
                  <a:r>
                    <a:rPr lang="en-US" sz="1600" b="1"/>
                    <a:t>4</a:t>
                  </a:r>
                </a:p>
                <a:p>
                  <a:pPr eaLnBrk="0" hangingPunct="0"/>
                  <a:endParaRPr lang="en-US" sz="1600"/>
                </a:p>
              </p:txBody>
            </p:sp>
            <p:sp>
              <p:nvSpPr>
                <p:cNvPr id="28" name="AutoShape 53"/>
                <p:cNvSpPr>
                  <a:spLocks noChangeArrowheads="1"/>
                </p:cNvSpPr>
                <p:nvPr/>
              </p:nvSpPr>
              <p:spPr bwMode="auto">
                <a:xfrm>
                  <a:off x="6849" y="6267"/>
                  <a:ext cx="618" cy="432"/>
                </a:xfrm>
                <a:prstGeom prst="hexagon">
                  <a:avLst>
                    <a:gd name="adj" fmla="val 35764"/>
                    <a:gd name="vf" fmla="val 115470"/>
                  </a:avLst>
                </a:prstGeom>
                <a:solidFill>
                  <a:srgbClr val="FFFF99"/>
                </a:solidFill>
                <a:ln w="9525">
                  <a:solidFill>
                    <a:srgbClr val="000000"/>
                  </a:solidFill>
                  <a:miter lim="800000"/>
                  <a:headEnd/>
                  <a:tailEnd/>
                </a:ln>
              </p:spPr>
              <p:txBody>
                <a:bodyPr/>
                <a:lstStyle/>
                <a:p>
                  <a:pPr algn="ctr" eaLnBrk="0" hangingPunct="0"/>
                  <a:r>
                    <a:rPr lang="en-US" sz="1600" b="1"/>
                    <a:t>3</a:t>
                  </a:r>
                </a:p>
                <a:p>
                  <a:pPr eaLnBrk="0" hangingPunct="0"/>
                  <a:endParaRPr lang="en-US" sz="1600"/>
                </a:p>
              </p:txBody>
            </p:sp>
          </p:grpSp>
          <p:grpSp>
            <p:nvGrpSpPr>
              <p:cNvPr id="14" name="Group 54"/>
              <p:cNvGrpSpPr>
                <a:grpSpLocks/>
              </p:cNvGrpSpPr>
              <p:nvPr/>
            </p:nvGrpSpPr>
            <p:grpSpPr bwMode="auto">
              <a:xfrm>
                <a:off x="3810" y="9435"/>
                <a:ext cx="1542" cy="1311"/>
                <a:chOff x="6849" y="6048"/>
                <a:chExt cx="1542" cy="1311"/>
              </a:xfrm>
            </p:grpSpPr>
            <p:sp>
              <p:nvSpPr>
                <p:cNvPr id="15" name="AutoShape 55"/>
                <p:cNvSpPr>
                  <a:spLocks noChangeArrowheads="1"/>
                </p:cNvSpPr>
                <p:nvPr/>
              </p:nvSpPr>
              <p:spPr bwMode="auto">
                <a:xfrm>
                  <a:off x="7302" y="6480"/>
                  <a:ext cx="618" cy="432"/>
                </a:xfrm>
                <a:prstGeom prst="hexagon">
                  <a:avLst>
                    <a:gd name="adj" fmla="val 35764"/>
                    <a:gd name="vf" fmla="val 115470"/>
                  </a:avLst>
                </a:prstGeom>
                <a:solidFill>
                  <a:srgbClr val="CCFFFF"/>
                </a:solidFill>
                <a:ln w="9525">
                  <a:solidFill>
                    <a:srgbClr val="000000"/>
                  </a:solidFill>
                  <a:miter lim="800000"/>
                  <a:headEnd/>
                  <a:tailEnd/>
                </a:ln>
              </p:spPr>
              <p:txBody>
                <a:bodyPr/>
                <a:lstStyle/>
                <a:p>
                  <a:pPr algn="ctr" eaLnBrk="0" hangingPunct="0"/>
                  <a:r>
                    <a:rPr lang="en-US" sz="1600" b="1"/>
                    <a:t>1</a:t>
                  </a:r>
                </a:p>
                <a:p>
                  <a:pPr eaLnBrk="0" hangingPunct="0"/>
                  <a:endParaRPr lang="en-US" sz="1600"/>
                </a:p>
              </p:txBody>
            </p:sp>
            <p:sp>
              <p:nvSpPr>
                <p:cNvPr id="16" name="AutoShape 56"/>
                <p:cNvSpPr>
                  <a:spLocks noChangeArrowheads="1"/>
                </p:cNvSpPr>
                <p:nvPr/>
              </p:nvSpPr>
              <p:spPr bwMode="auto">
                <a:xfrm>
                  <a:off x="7302" y="6048"/>
                  <a:ext cx="618" cy="432"/>
                </a:xfrm>
                <a:prstGeom prst="hexagon">
                  <a:avLst>
                    <a:gd name="adj" fmla="val 35764"/>
                    <a:gd name="vf" fmla="val 115470"/>
                  </a:avLst>
                </a:prstGeom>
                <a:solidFill>
                  <a:srgbClr val="FF00FF"/>
                </a:solidFill>
                <a:ln w="9525">
                  <a:solidFill>
                    <a:srgbClr val="000000"/>
                  </a:solidFill>
                  <a:miter lim="800000"/>
                  <a:headEnd/>
                  <a:tailEnd/>
                </a:ln>
              </p:spPr>
              <p:txBody>
                <a:bodyPr/>
                <a:lstStyle/>
                <a:p>
                  <a:pPr algn="ctr" eaLnBrk="0" hangingPunct="0"/>
                  <a:r>
                    <a:rPr lang="en-US" sz="1600" b="1"/>
                    <a:t>2</a:t>
                  </a:r>
                </a:p>
                <a:p>
                  <a:pPr eaLnBrk="0" hangingPunct="0"/>
                  <a:endParaRPr lang="en-US" sz="1600"/>
                </a:p>
              </p:txBody>
            </p:sp>
            <p:sp>
              <p:nvSpPr>
                <p:cNvPr id="17" name="AutoShape 57"/>
                <p:cNvSpPr>
                  <a:spLocks noChangeArrowheads="1"/>
                </p:cNvSpPr>
                <p:nvPr/>
              </p:nvSpPr>
              <p:spPr bwMode="auto">
                <a:xfrm>
                  <a:off x="7314" y="6927"/>
                  <a:ext cx="618" cy="432"/>
                </a:xfrm>
                <a:prstGeom prst="hexagon">
                  <a:avLst>
                    <a:gd name="adj" fmla="val 35764"/>
                    <a:gd name="vf" fmla="val 115470"/>
                  </a:avLst>
                </a:prstGeom>
                <a:solidFill>
                  <a:srgbClr val="FF0000"/>
                </a:solidFill>
                <a:ln w="9525">
                  <a:solidFill>
                    <a:srgbClr val="000000"/>
                  </a:solidFill>
                  <a:miter lim="800000"/>
                  <a:headEnd/>
                  <a:tailEnd/>
                </a:ln>
              </p:spPr>
              <p:txBody>
                <a:bodyPr/>
                <a:lstStyle/>
                <a:p>
                  <a:pPr algn="r" eaLnBrk="0" hangingPunct="0"/>
                  <a:r>
                    <a:rPr lang="en-US" sz="1600" b="1"/>
                    <a:t>5</a:t>
                  </a:r>
                </a:p>
                <a:p>
                  <a:pPr eaLnBrk="0" hangingPunct="0"/>
                  <a:endParaRPr lang="en-US" sz="1600"/>
                </a:p>
              </p:txBody>
            </p:sp>
            <p:sp>
              <p:nvSpPr>
                <p:cNvPr id="18" name="AutoShape 58"/>
                <p:cNvSpPr>
                  <a:spLocks noChangeArrowheads="1"/>
                </p:cNvSpPr>
                <p:nvPr/>
              </p:nvSpPr>
              <p:spPr bwMode="auto">
                <a:xfrm>
                  <a:off x="7761" y="6699"/>
                  <a:ext cx="618" cy="432"/>
                </a:xfrm>
                <a:prstGeom prst="hexagon">
                  <a:avLst>
                    <a:gd name="adj" fmla="val 35764"/>
                    <a:gd name="vf" fmla="val 115470"/>
                  </a:avLst>
                </a:prstGeom>
                <a:solidFill>
                  <a:srgbClr val="993300"/>
                </a:solidFill>
                <a:ln w="9525">
                  <a:solidFill>
                    <a:srgbClr val="000000"/>
                  </a:solidFill>
                  <a:miter lim="800000"/>
                  <a:headEnd/>
                  <a:tailEnd/>
                </a:ln>
              </p:spPr>
              <p:txBody>
                <a:bodyPr/>
                <a:lstStyle/>
                <a:p>
                  <a:pPr algn="ctr" eaLnBrk="0" hangingPunct="0"/>
                  <a:r>
                    <a:rPr lang="en-US" sz="1600" b="1"/>
                    <a:t>6</a:t>
                  </a:r>
                </a:p>
                <a:p>
                  <a:pPr eaLnBrk="0" hangingPunct="0"/>
                  <a:endParaRPr lang="en-US" sz="1600"/>
                </a:p>
              </p:txBody>
            </p:sp>
            <p:sp>
              <p:nvSpPr>
                <p:cNvPr id="19" name="AutoShape 59"/>
                <p:cNvSpPr>
                  <a:spLocks noChangeArrowheads="1"/>
                </p:cNvSpPr>
                <p:nvPr/>
              </p:nvSpPr>
              <p:spPr bwMode="auto">
                <a:xfrm>
                  <a:off x="7773" y="6267"/>
                  <a:ext cx="618" cy="432"/>
                </a:xfrm>
                <a:prstGeom prst="hexagon">
                  <a:avLst>
                    <a:gd name="adj" fmla="val 35764"/>
                    <a:gd name="vf" fmla="val 115470"/>
                  </a:avLst>
                </a:prstGeom>
                <a:solidFill>
                  <a:srgbClr val="FF9900"/>
                </a:solidFill>
                <a:ln w="9525">
                  <a:solidFill>
                    <a:srgbClr val="000000"/>
                  </a:solidFill>
                  <a:miter lim="800000"/>
                  <a:headEnd/>
                  <a:tailEnd/>
                </a:ln>
              </p:spPr>
              <p:txBody>
                <a:bodyPr/>
                <a:lstStyle/>
                <a:p>
                  <a:pPr algn="ctr" eaLnBrk="0" hangingPunct="0"/>
                  <a:r>
                    <a:rPr lang="en-US" sz="1600" b="1"/>
                    <a:t>7</a:t>
                  </a:r>
                </a:p>
                <a:p>
                  <a:pPr eaLnBrk="0" hangingPunct="0"/>
                  <a:endParaRPr lang="en-US" sz="1600"/>
                </a:p>
              </p:txBody>
            </p:sp>
            <p:sp>
              <p:nvSpPr>
                <p:cNvPr id="20" name="AutoShape 60"/>
                <p:cNvSpPr>
                  <a:spLocks noChangeArrowheads="1"/>
                </p:cNvSpPr>
                <p:nvPr/>
              </p:nvSpPr>
              <p:spPr bwMode="auto">
                <a:xfrm>
                  <a:off x="6849" y="6714"/>
                  <a:ext cx="618" cy="432"/>
                </a:xfrm>
                <a:prstGeom prst="hexagon">
                  <a:avLst>
                    <a:gd name="adj" fmla="val 35764"/>
                    <a:gd name="vf" fmla="val 115470"/>
                  </a:avLst>
                </a:prstGeom>
                <a:solidFill>
                  <a:srgbClr val="00FF00"/>
                </a:solidFill>
                <a:ln w="9525">
                  <a:solidFill>
                    <a:srgbClr val="000000"/>
                  </a:solidFill>
                  <a:miter lim="800000"/>
                  <a:headEnd/>
                  <a:tailEnd/>
                </a:ln>
              </p:spPr>
              <p:txBody>
                <a:bodyPr/>
                <a:lstStyle/>
                <a:p>
                  <a:pPr algn="r" eaLnBrk="0" hangingPunct="0"/>
                  <a:r>
                    <a:rPr lang="en-US" sz="1600" b="1"/>
                    <a:t>4</a:t>
                  </a:r>
                </a:p>
                <a:p>
                  <a:pPr eaLnBrk="0" hangingPunct="0"/>
                  <a:endParaRPr lang="en-US" sz="1600"/>
                </a:p>
              </p:txBody>
            </p:sp>
            <p:sp>
              <p:nvSpPr>
                <p:cNvPr id="21" name="AutoShape 61"/>
                <p:cNvSpPr>
                  <a:spLocks noChangeArrowheads="1"/>
                </p:cNvSpPr>
                <p:nvPr/>
              </p:nvSpPr>
              <p:spPr bwMode="auto">
                <a:xfrm>
                  <a:off x="6849" y="6267"/>
                  <a:ext cx="618" cy="432"/>
                </a:xfrm>
                <a:prstGeom prst="hexagon">
                  <a:avLst>
                    <a:gd name="adj" fmla="val 35764"/>
                    <a:gd name="vf" fmla="val 115470"/>
                  </a:avLst>
                </a:prstGeom>
                <a:solidFill>
                  <a:srgbClr val="FFFF99"/>
                </a:solidFill>
                <a:ln w="9525">
                  <a:solidFill>
                    <a:srgbClr val="000000"/>
                  </a:solidFill>
                  <a:miter lim="800000"/>
                  <a:headEnd/>
                  <a:tailEnd/>
                </a:ln>
              </p:spPr>
              <p:txBody>
                <a:bodyPr/>
                <a:lstStyle/>
                <a:p>
                  <a:pPr algn="ctr" eaLnBrk="0" hangingPunct="0"/>
                  <a:r>
                    <a:rPr lang="en-US" sz="1600" b="1"/>
                    <a:t>3</a:t>
                  </a:r>
                </a:p>
                <a:p>
                  <a:pPr eaLnBrk="0" hangingPunct="0"/>
                  <a:endParaRPr lang="en-US" sz="1600"/>
                </a:p>
              </p:txBody>
            </p:sp>
          </p:grpSp>
        </p:grpSp>
      </p:grpSp>
    </p:spTree>
    <p:extLst>
      <p:ext uri="{BB962C8B-B14F-4D97-AF65-F5344CB8AC3E}">
        <p14:creationId xmlns:p14="http://schemas.microsoft.com/office/powerpoint/2010/main" val="411044225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D28B5E0-045C-421D-B430-3AA3F47CE1AB}" type="slidenum">
              <a:rPr lang="en-US" smtClean="0"/>
              <a:pPr>
                <a:defRPr/>
              </a:pPr>
              <a:t>19</a:t>
            </a:fld>
            <a:endParaRPr lang="en-US"/>
          </a:p>
        </p:txBody>
      </p:sp>
      <p:pic>
        <p:nvPicPr>
          <p:cNvPr id="49155" name="Picture 3"/>
          <p:cNvPicPr>
            <a:picLocks noChangeAspect="1" noChangeArrowheads="1"/>
          </p:cNvPicPr>
          <p:nvPr/>
        </p:nvPicPr>
        <p:blipFill>
          <a:blip r:embed="rId2"/>
          <a:srcRect/>
          <a:stretch>
            <a:fillRect/>
          </a:stretch>
        </p:blipFill>
        <p:spPr bwMode="auto">
          <a:xfrm>
            <a:off x="1143000" y="609600"/>
            <a:ext cx="6298998" cy="5334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086AF07-4F95-4468-B1E8-CF5B7833C30F}" type="slidenum">
              <a:rPr lang="en-US" smtClean="0"/>
              <a:pPr>
                <a:defRPr/>
              </a:pPr>
              <a:t>20</a:t>
            </a:fld>
            <a:endParaRPr lang="en-US"/>
          </a:p>
        </p:txBody>
      </p:sp>
      <p:pic>
        <p:nvPicPr>
          <p:cNvPr id="288770" name="Picture 2" descr="Image result for Mobile cellular network"/>
          <p:cNvPicPr>
            <a:picLocks noChangeAspect="1" noChangeArrowheads="1"/>
          </p:cNvPicPr>
          <p:nvPr/>
        </p:nvPicPr>
        <p:blipFill>
          <a:blip r:embed="rId2"/>
          <a:srcRect/>
          <a:stretch>
            <a:fillRect/>
          </a:stretch>
        </p:blipFill>
        <p:spPr bwMode="auto">
          <a:xfrm>
            <a:off x="78301" y="952500"/>
            <a:ext cx="9063597" cy="4953000"/>
          </a:xfrm>
          <a:prstGeom prst="rect">
            <a:avLst/>
          </a:prstGeom>
          <a:noFill/>
        </p:spPr>
      </p:pic>
      <p:sp>
        <p:nvSpPr>
          <p:cNvPr id="6" name="Text Box 358"/>
          <p:cNvSpPr txBox="1">
            <a:spLocks noChangeArrowheads="1"/>
          </p:cNvSpPr>
          <p:nvPr/>
        </p:nvSpPr>
        <p:spPr bwMode="auto">
          <a:xfrm>
            <a:off x="2514600" y="6019800"/>
            <a:ext cx="4191000" cy="579438"/>
          </a:xfrm>
          <a:prstGeom prst="rect">
            <a:avLst/>
          </a:prstGeom>
          <a:noFill/>
          <a:ln w="9525">
            <a:noFill/>
            <a:miter lim="800000"/>
            <a:headEnd/>
            <a:tailEnd/>
          </a:ln>
        </p:spPr>
        <p:txBody>
          <a:bodyPr wrap="square">
            <a:spAutoFit/>
          </a:bodyPr>
          <a:lstStyle/>
          <a:p>
            <a:pPr>
              <a:spcBef>
                <a:spcPct val="50000"/>
              </a:spcBef>
            </a:pPr>
            <a:r>
              <a:rPr lang="en-US" sz="3200" dirty="0"/>
              <a:t>Mobile cellular network</a:t>
            </a:r>
          </a:p>
        </p:txBody>
      </p:sp>
      <p:sp>
        <p:nvSpPr>
          <p:cNvPr id="2" name="TextBox 1"/>
          <p:cNvSpPr txBox="1"/>
          <p:nvPr/>
        </p:nvSpPr>
        <p:spPr>
          <a:xfrm>
            <a:off x="609600" y="76200"/>
            <a:ext cx="8001000" cy="830997"/>
          </a:xfrm>
          <a:prstGeom prst="rect">
            <a:avLst/>
          </a:prstGeom>
          <a:solidFill>
            <a:srgbClr val="FFFF00"/>
          </a:solidFill>
        </p:spPr>
        <p:txBody>
          <a:bodyPr wrap="square" rtlCol="0">
            <a:spAutoFit/>
          </a:bodyPr>
          <a:lstStyle/>
          <a:p>
            <a:r>
              <a:rPr lang="en-US" dirty="0" smtClean="0"/>
              <a:t>RBS→BTS</a:t>
            </a:r>
            <a:r>
              <a:rPr lang="en-US" dirty="0"/>
              <a:t> </a:t>
            </a:r>
            <a:r>
              <a:rPr lang="en-US" dirty="0" smtClean="0"/>
              <a:t>→Node B (NB)</a:t>
            </a:r>
            <a:r>
              <a:rPr lang="en-US" dirty="0"/>
              <a:t> </a:t>
            </a:r>
            <a:r>
              <a:rPr lang="en-US" dirty="0" smtClean="0"/>
              <a:t>→Evolve Node B (</a:t>
            </a:r>
            <a:r>
              <a:rPr lang="en-US" dirty="0" err="1" smtClean="0"/>
              <a:t>eNB</a:t>
            </a:r>
            <a:r>
              <a:rPr lang="en-US" dirty="0" smtClean="0"/>
              <a:t>)</a:t>
            </a:r>
          </a:p>
          <a:p>
            <a:r>
              <a:rPr lang="en-US" dirty="0" smtClean="0"/>
              <a:t>1G         2G              3G                             4G</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2"/>
          </p:nvPr>
        </p:nvSpPr>
        <p:spPr>
          <a:noFill/>
        </p:spPr>
        <p:txBody>
          <a:bodyPr/>
          <a:lstStyle/>
          <a:p>
            <a:fld id="{FA0DF5E3-1932-418F-ADC9-6FE899BC7FFB}" type="slidenum">
              <a:rPr lang="en-US" smtClean="0"/>
              <a:pPr/>
              <a:t>21</a:t>
            </a:fld>
            <a:endParaRPr lang="en-US"/>
          </a:p>
        </p:txBody>
      </p:sp>
      <p:grpSp>
        <p:nvGrpSpPr>
          <p:cNvPr id="34819" name="Group 2"/>
          <p:cNvGrpSpPr>
            <a:grpSpLocks/>
          </p:cNvGrpSpPr>
          <p:nvPr/>
        </p:nvGrpSpPr>
        <p:grpSpPr bwMode="auto">
          <a:xfrm>
            <a:off x="3505200" y="838200"/>
            <a:ext cx="4419600" cy="3733800"/>
            <a:chOff x="496" y="192"/>
            <a:chExt cx="4904" cy="3952"/>
          </a:xfrm>
        </p:grpSpPr>
        <p:sp>
          <p:nvSpPr>
            <p:cNvPr id="34833" name="AutoShape 3"/>
            <p:cNvSpPr>
              <a:spLocks noChangeArrowheads="1"/>
            </p:cNvSpPr>
            <p:nvPr/>
          </p:nvSpPr>
          <p:spPr bwMode="auto">
            <a:xfrm>
              <a:off x="2704" y="158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34" name="AutoShape 4"/>
            <p:cNvSpPr>
              <a:spLocks noChangeArrowheads="1"/>
            </p:cNvSpPr>
            <p:nvPr/>
          </p:nvSpPr>
          <p:spPr bwMode="auto">
            <a:xfrm>
              <a:off x="3072" y="181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35" name="AutoShape 5"/>
            <p:cNvSpPr>
              <a:spLocks noChangeArrowheads="1"/>
            </p:cNvSpPr>
            <p:nvPr/>
          </p:nvSpPr>
          <p:spPr bwMode="auto">
            <a:xfrm>
              <a:off x="3072" y="135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36" name="AutoShape 6"/>
            <p:cNvSpPr>
              <a:spLocks noChangeArrowheads="1"/>
            </p:cNvSpPr>
            <p:nvPr/>
          </p:nvSpPr>
          <p:spPr bwMode="auto">
            <a:xfrm>
              <a:off x="3440" y="158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37" name="AutoShape 7"/>
            <p:cNvSpPr>
              <a:spLocks noChangeArrowheads="1"/>
            </p:cNvSpPr>
            <p:nvPr/>
          </p:nvSpPr>
          <p:spPr bwMode="auto">
            <a:xfrm>
              <a:off x="3808" y="181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38" name="AutoShape 8"/>
            <p:cNvSpPr>
              <a:spLocks noChangeArrowheads="1"/>
            </p:cNvSpPr>
            <p:nvPr/>
          </p:nvSpPr>
          <p:spPr bwMode="auto">
            <a:xfrm>
              <a:off x="3808" y="135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39" name="AutoShape 9"/>
            <p:cNvSpPr>
              <a:spLocks noChangeArrowheads="1"/>
            </p:cNvSpPr>
            <p:nvPr/>
          </p:nvSpPr>
          <p:spPr bwMode="auto">
            <a:xfrm>
              <a:off x="4176" y="158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40" name="AutoShape 10"/>
            <p:cNvSpPr>
              <a:spLocks noChangeArrowheads="1"/>
            </p:cNvSpPr>
            <p:nvPr/>
          </p:nvSpPr>
          <p:spPr bwMode="auto">
            <a:xfrm>
              <a:off x="4544" y="181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41" name="AutoShape 11"/>
            <p:cNvSpPr>
              <a:spLocks noChangeArrowheads="1"/>
            </p:cNvSpPr>
            <p:nvPr/>
          </p:nvSpPr>
          <p:spPr bwMode="auto">
            <a:xfrm>
              <a:off x="4544" y="135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42" name="AutoShape 12"/>
            <p:cNvSpPr>
              <a:spLocks noChangeArrowheads="1"/>
            </p:cNvSpPr>
            <p:nvPr/>
          </p:nvSpPr>
          <p:spPr bwMode="auto">
            <a:xfrm>
              <a:off x="1968" y="159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43" name="AutoShape 13"/>
            <p:cNvSpPr>
              <a:spLocks noChangeArrowheads="1"/>
            </p:cNvSpPr>
            <p:nvPr/>
          </p:nvSpPr>
          <p:spPr bwMode="auto">
            <a:xfrm>
              <a:off x="2336" y="182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44" name="AutoShape 14"/>
            <p:cNvSpPr>
              <a:spLocks noChangeArrowheads="1"/>
            </p:cNvSpPr>
            <p:nvPr/>
          </p:nvSpPr>
          <p:spPr bwMode="auto">
            <a:xfrm>
              <a:off x="2336" y="136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45" name="AutoShape 15"/>
            <p:cNvSpPr>
              <a:spLocks noChangeArrowheads="1"/>
            </p:cNvSpPr>
            <p:nvPr/>
          </p:nvSpPr>
          <p:spPr bwMode="auto">
            <a:xfrm>
              <a:off x="1232" y="159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46" name="AutoShape 16"/>
            <p:cNvSpPr>
              <a:spLocks noChangeArrowheads="1"/>
            </p:cNvSpPr>
            <p:nvPr/>
          </p:nvSpPr>
          <p:spPr bwMode="auto">
            <a:xfrm>
              <a:off x="1600" y="182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47" name="AutoShape 17"/>
            <p:cNvSpPr>
              <a:spLocks noChangeArrowheads="1"/>
            </p:cNvSpPr>
            <p:nvPr/>
          </p:nvSpPr>
          <p:spPr bwMode="auto">
            <a:xfrm>
              <a:off x="1600" y="136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48" name="AutoShape 18"/>
            <p:cNvSpPr>
              <a:spLocks noChangeArrowheads="1"/>
            </p:cNvSpPr>
            <p:nvPr/>
          </p:nvSpPr>
          <p:spPr bwMode="auto">
            <a:xfrm>
              <a:off x="496" y="159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49" name="AutoShape 19"/>
            <p:cNvSpPr>
              <a:spLocks noChangeArrowheads="1"/>
            </p:cNvSpPr>
            <p:nvPr/>
          </p:nvSpPr>
          <p:spPr bwMode="auto">
            <a:xfrm>
              <a:off x="864" y="182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50" name="AutoShape 20"/>
            <p:cNvSpPr>
              <a:spLocks noChangeArrowheads="1"/>
            </p:cNvSpPr>
            <p:nvPr/>
          </p:nvSpPr>
          <p:spPr bwMode="auto">
            <a:xfrm>
              <a:off x="864" y="136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51" name="AutoShape 21"/>
            <p:cNvSpPr>
              <a:spLocks noChangeArrowheads="1"/>
            </p:cNvSpPr>
            <p:nvPr/>
          </p:nvSpPr>
          <p:spPr bwMode="auto">
            <a:xfrm>
              <a:off x="2336" y="228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52" name="AutoShape 22"/>
            <p:cNvSpPr>
              <a:spLocks noChangeArrowheads="1"/>
            </p:cNvSpPr>
            <p:nvPr/>
          </p:nvSpPr>
          <p:spPr bwMode="auto">
            <a:xfrm>
              <a:off x="2704" y="251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53" name="AutoShape 23"/>
            <p:cNvSpPr>
              <a:spLocks noChangeArrowheads="1"/>
            </p:cNvSpPr>
            <p:nvPr/>
          </p:nvSpPr>
          <p:spPr bwMode="auto">
            <a:xfrm>
              <a:off x="2704" y="204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54" name="AutoShape 24"/>
            <p:cNvSpPr>
              <a:spLocks noChangeArrowheads="1"/>
            </p:cNvSpPr>
            <p:nvPr/>
          </p:nvSpPr>
          <p:spPr bwMode="auto">
            <a:xfrm>
              <a:off x="3072" y="228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55" name="AutoShape 25"/>
            <p:cNvSpPr>
              <a:spLocks noChangeArrowheads="1"/>
            </p:cNvSpPr>
            <p:nvPr/>
          </p:nvSpPr>
          <p:spPr bwMode="auto">
            <a:xfrm>
              <a:off x="3440" y="251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56" name="AutoShape 26"/>
            <p:cNvSpPr>
              <a:spLocks noChangeArrowheads="1"/>
            </p:cNvSpPr>
            <p:nvPr/>
          </p:nvSpPr>
          <p:spPr bwMode="auto">
            <a:xfrm>
              <a:off x="3440" y="204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57" name="AutoShape 27"/>
            <p:cNvSpPr>
              <a:spLocks noChangeArrowheads="1"/>
            </p:cNvSpPr>
            <p:nvPr/>
          </p:nvSpPr>
          <p:spPr bwMode="auto">
            <a:xfrm>
              <a:off x="3808" y="228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58" name="AutoShape 28"/>
            <p:cNvSpPr>
              <a:spLocks noChangeArrowheads="1"/>
            </p:cNvSpPr>
            <p:nvPr/>
          </p:nvSpPr>
          <p:spPr bwMode="auto">
            <a:xfrm>
              <a:off x="4176" y="251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59" name="AutoShape 29"/>
            <p:cNvSpPr>
              <a:spLocks noChangeArrowheads="1"/>
            </p:cNvSpPr>
            <p:nvPr/>
          </p:nvSpPr>
          <p:spPr bwMode="auto">
            <a:xfrm>
              <a:off x="4176" y="204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60" name="AutoShape 30"/>
            <p:cNvSpPr>
              <a:spLocks noChangeArrowheads="1"/>
            </p:cNvSpPr>
            <p:nvPr/>
          </p:nvSpPr>
          <p:spPr bwMode="auto">
            <a:xfrm>
              <a:off x="4544" y="228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61" name="AutoShape 31"/>
            <p:cNvSpPr>
              <a:spLocks noChangeArrowheads="1"/>
            </p:cNvSpPr>
            <p:nvPr/>
          </p:nvSpPr>
          <p:spPr bwMode="auto">
            <a:xfrm>
              <a:off x="4912" y="252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62" name="AutoShape 32"/>
            <p:cNvSpPr>
              <a:spLocks noChangeArrowheads="1"/>
            </p:cNvSpPr>
            <p:nvPr/>
          </p:nvSpPr>
          <p:spPr bwMode="auto">
            <a:xfrm>
              <a:off x="4912" y="205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63" name="AutoShape 33"/>
            <p:cNvSpPr>
              <a:spLocks noChangeArrowheads="1"/>
            </p:cNvSpPr>
            <p:nvPr/>
          </p:nvSpPr>
          <p:spPr bwMode="auto">
            <a:xfrm>
              <a:off x="1600" y="228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64" name="AutoShape 34"/>
            <p:cNvSpPr>
              <a:spLocks noChangeArrowheads="1"/>
            </p:cNvSpPr>
            <p:nvPr/>
          </p:nvSpPr>
          <p:spPr bwMode="auto">
            <a:xfrm>
              <a:off x="1968" y="252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65" name="AutoShape 35"/>
            <p:cNvSpPr>
              <a:spLocks noChangeArrowheads="1"/>
            </p:cNvSpPr>
            <p:nvPr/>
          </p:nvSpPr>
          <p:spPr bwMode="auto">
            <a:xfrm>
              <a:off x="1968" y="205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66" name="AutoShape 36"/>
            <p:cNvSpPr>
              <a:spLocks noChangeArrowheads="1"/>
            </p:cNvSpPr>
            <p:nvPr/>
          </p:nvSpPr>
          <p:spPr bwMode="auto">
            <a:xfrm>
              <a:off x="864" y="228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67" name="AutoShape 37"/>
            <p:cNvSpPr>
              <a:spLocks noChangeArrowheads="1"/>
            </p:cNvSpPr>
            <p:nvPr/>
          </p:nvSpPr>
          <p:spPr bwMode="auto">
            <a:xfrm>
              <a:off x="1232" y="252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68" name="AutoShape 38"/>
            <p:cNvSpPr>
              <a:spLocks noChangeArrowheads="1"/>
            </p:cNvSpPr>
            <p:nvPr/>
          </p:nvSpPr>
          <p:spPr bwMode="auto">
            <a:xfrm>
              <a:off x="1232" y="205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69" name="AutoShape 39"/>
            <p:cNvSpPr>
              <a:spLocks noChangeArrowheads="1"/>
            </p:cNvSpPr>
            <p:nvPr/>
          </p:nvSpPr>
          <p:spPr bwMode="auto">
            <a:xfrm>
              <a:off x="496" y="252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70" name="AutoShape 40"/>
            <p:cNvSpPr>
              <a:spLocks noChangeArrowheads="1"/>
            </p:cNvSpPr>
            <p:nvPr/>
          </p:nvSpPr>
          <p:spPr bwMode="auto">
            <a:xfrm>
              <a:off x="496" y="205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71" name="AutoShape 41"/>
            <p:cNvSpPr>
              <a:spLocks noChangeArrowheads="1"/>
            </p:cNvSpPr>
            <p:nvPr/>
          </p:nvSpPr>
          <p:spPr bwMode="auto">
            <a:xfrm>
              <a:off x="2704" y="297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72" name="AutoShape 42"/>
            <p:cNvSpPr>
              <a:spLocks noChangeArrowheads="1"/>
            </p:cNvSpPr>
            <p:nvPr/>
          </p:nvSpPr>
          <p:spPr bwMode="auto">
            <a:xfrm>
              <a:off x="3072" y="320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73" name="AutoShape 43"/>
            <p:cNvSpPr>
              <a:spLocks noChangeArrowheads="1"/>
            </p:cNvSpPr>
            <p:nvPr/>
          </p:nvSpPr>
          <p:spPr bwMode="auto">
            <a:xfrm>
              <a:off x="3072" y="274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74" name="AutoShape 44"/>
            <p:cNvSpPr>
              <a:spLocks noChangeArrowheads="1"/>
            </p:cNvSpPr>
            <p:nvPr/>
          </p:nvSpPr>
          <p:spPr bwMode="auto">
            <a:xfrm>
              <a:off x="3440" y="297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75" name="AutoShape 45"/>
            <p:cNvSpPr>
              <a:spLocks noChangeArrowheads="1"/>
            </p:cNvSpPr>
            <p:nvPr/>
          </p:nvSpPr>
          <p:spPr bwMode="auto">
            <a:xfrm>
              <a:off x="3808" y="320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76" name="AutoShape 46"/>
            <p:cNvSpPr>
              <a:spLocks noChangeArrowheads="1"/>
            </p:cNvSpPr>
            <p:nvPr/>
          </p:nvSpPr>
          <p:spPr bwMode="auto">
            <a:xfrm>
              <a:off x="3808" y="274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77" name="AutoShape 47"/>
            <p:cNvSpPr>
              <a:spLocks noChangeArrowheads="1"/>
            </p:cNvSpPr>
            <p:nvPr/>
          </p:nvSpPr>
          <p:spPr bwMode="auto">
            <a:xfrm>
              <a:off x="4176" y="297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78" name="AutoShape 48"/>
            <p:cNvSpPr>
              <a:spLocks noChangeArrowheads="1"/>
            </p:cNvSpPr>
            <p:nvPr/>
          </p:nvSpPr>
          <p:spPr bwMode="auto">
            <a:xfrm>
              <a:off x="4544" y="320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79" name="AutoShape 49"/>
            <p:cNvSpPr>
              <a:spLocks noChangeArrowheads="1"/>
            </p:cNvSpPr>
            <p:nvPr/>
          </p:nvSpPr>
          <p:spPr bwMode="auto">
            <a:xfrm>
              <a:off x="4544" y="274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80" name="AutoShape 50"/>
            <p:cNvSpPr>
              <a:spLocks noChangeArrowheads="1"/>
            </p:cNvSpPr>
            <p:nvPr/>
          </p:nvSpPr>
          <p:spPr bwMode="auto">
            <a:xfrm>
              <a:off x="4912" y="298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81" name="AutoShape 51"/>
            <p:cNvSpPr>
              <a:spLocks noChangeArrowheads="1"/>
            </p:cNvSpPr>
            <p:nvPr/>
          </p:nvSpPr>
          <p:spPr bwMode="auto">
            <a:xfrm>
              <a:off x="1968" y="298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82" name="AutoShape 52"/>
            <p:cNvSpPr>
              <a:spLocks noChangeArrowheads="1"/>
            </p:cNvSpPr>
            <p:nvPr/>
          </p:nvSpPr>
          <p:spPr bwMode="auto">
            <a:xfrm>
              <a:off x="2336" y="321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83" name="AutoShape 53"/>
            <p:cNvSpPr>
              <a:spLocks noChangeArrowheads="1"/>
            </p:cNvSpPr>
            <p:nvPr/>
          </p:nvSpPr>
          <p:spPr bwMode="auto">
            <a:xfrm>
              <a:off x="2336" y="275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84" name="AutoShape 54"/>
            <p:cNvSpPr>
              <a:spLocks noChangeArrowheads="1"/>
            </p:cNvSpPr>
            <p:nvPr/>
          </p:nvSpPr>
          <p:spPr bwMode="auto">
            <a:xfrm>
              <a:off x="1232" y="298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85" name="AutoShape 55"/>
            <p:cNvSpPr>
              <a:spLocks noChangeArrowheads="1"/>
            </p:cNvSpPr>
            <p:nvPr/>
          </p:nvSpPr>
          <p:spPr bwMode="auto">
            <a:xfrm>
              <a:off x="1600" y="321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86" name="AutoShape 56"/>
            <p:cNvSpPr>
              <a:spLocks noChangeArrowheads="1"/>
            </p:cNvSpPr>
            <p:nvPr/>
          </p:nvSpPr>
          <p:spPr bwMode="auto">
            <a:xfrm>
              <a:off x="1600" y="275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87" name="AutoShape 57"/>
            <p:cNvSpPr>
              <a:spLocks noChangeArrowheads="1"/>
            </p:cNvSpPr>
            <p:nvPr/>
          </p:nvSpPr>
          <p:spPr bwMode="auto">
            <a:xfrm>
              <a:off x="864" y="321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88" name="AutoShape 58"/>
            <p:cNvSpPr>
              <a:spLocks noChangeArrowheads="1"/>
            </p:cNvSpPr>
            <p:nvPr/>
          </p:nvSpPr>
          <p:spPr bwMode="auto">
            <a:xfrm>
              <a:off x="864" y="275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89" name="AutoShape 59"/>
            <p:cNvSpPr>
              <a:spLocks noChangeArrowheads="1"/>
            </p:cNvSpPr>
            <p:nvPr/>
          </p:nvSpPr>
          <p:spPr bwMode="auto">
            <a:xfrm>
              <a:off x="2328" y="367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90" name="AutoShape 60"/>
            <p:cNvSpPr>
              <a:spLocks noChangeArrowheads="1"/>
            </p:cNvSpPr>
            <p:nvPr/>
          </p:nvSpPr>
          <p:spPr bwMode="auto">
            <a:xfrm>
              <a:off x="2696" y="344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91" name="AutoShape 61"/>
            <p:cNvSpPr>
              <a:spLocks noChangeArrowheads="1"/>
            </p:cNvSpPr>
            <p:nvPr/>
          </p:nvSpPr>
          <p:spPr bwMode="auto">
            <a:xfrm>
              <a:off x="3064" y="367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92" name="AutoShape 62"/>
            <p:cNvSpPr>
              <a:spLocks noChangeArrowheads="1"/>
            </p:cNvSpPr>
            <p:nvPr/>
          </p:nvSpPr>
          <p:spPr bwMode="auto">
            <a:xfrm>
              <a:off x="3432" y="344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93" name="AutoShape 63"/>
            <p:cNvSpPr>
              <a:spLocks noChangeArrowheads="1"/>
            </p:cNvSpPr>
            <p:nvPr/>
          </p:nvSpPr>
          <p:spPr bwMode="auto">
            <a:xfrm>
              <a:off x="3800" y="367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94" name="AutoShape 64"/>
            <p:cNvSpPr>
              <a:spLocks noChangeArrowheads="1"/>
            </p:cNvSpPr>
            <p:nvPr/>
          </p:nvSpPr>
          <p:spPr bwMode="auto">
            <a:xfrm>
              <a:off x="4168" y="344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95" name="AutoShape 65"/>
            <p:cNvSpPr>
              <a:spLocks noChangeArrowheads="1"/>
            </p:cNvSpPr>
            <p:nvPr/>
          </p:nvSpPr>
          <p:spPr bwMode="auto">
            <a:xfrm>
              <a:off x="496" y="298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96" name="AutoShape 66"/>
            <p:cNvSpPr>
              <a:spLocks noChangeArrowheads="1"/>
            </p:cNvSpPr>
            <p:nvPr/>
          </p:nvSpPr>
          <p:spPr bwMode="auto">
            <a:xfrm>
              <a:off x="1592" y="368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97" name="AutoShape 67"/>
            <p:cNvSpPr>
              <a:spLocks noChangeArrowheads="1"/>
            </p:cNvSpPr>
            <p:nvPr/>
          </p:nvSpPr>
          <p:spPr bwMode="auto">
            <a:xfrm>
              <a:off x="1960" y="344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98" name="AutoShape 68"/>
            <p:cNvSpPr>
              <a:spLocks noChangeArrowheads="1"/>
            </p:cNvSpPr>
            <p:nvPr/>
          </p:nvSpPr>
          <p:spPr bwMode="auto">
            <a:xfrm>
              <a:off x="1224" y="344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899" name="AutoShape 69"/>
            <p:cNvSpPr>
              <a:spLocks noChangeArrowheads="1"/>
            </p:cNvSpPr>
            <p:nvPr/>
          </p:nvSpPr>
          <p:spPr bwMode="auto">
            <a:xfrm>
              <a:off x="2336" y="88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00" name="AutoShape 70"/>
            <p:cNvSpPr>
              <a:spLocks noChangeArrowheads="1"/>
            </p:cNvSpPr>
            <p:nvPr/>
          </p:nvSpPr>
          <p:spPr bwMode="auto">
            <a:xfrm>
              <a:off x="2704" y="112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01" name="AutoShape 71"/>
            <p:cNvSpPr>
              <a:spLocks noChangeArrowheads="1"/>
            </p:cNvSpPr>
            <p:nvPr/>
          </p:nvSpPr>
          <p:spPr bwMode="auto">
            <a:xfrm>
              <a:off x="2704" y="65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02" name="AutoShape 72"/>
            <p:cNvSpPr>
              <a:spLocks noChangeArrowheads="1"/>
            </p:cNvSpPr>
            <p:nvPr/>
          </p:nvSpPr>
          <p:spPr bwMode="auto">
            <a:xfrm>
              <a:off x="3072" y="88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03" name="AutoShape 73"/>
            <p:cNvSpPr>
              <a:spLocks noChangeArrowheads="1"/>
            </p:cNvSpPr>
            <p:nvPr/>
          </p:nvSpPr>
          <p:spPr bwMode="auto">
            <a:xfrm>
              <a:off x="3440" y="112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04" name="AutoShape 74"/>
            <p:cNvSpPr>
              <a:spLocks noChangeArrowheads="1"/>
            </p:cNvSpPr>
            <p:nvPr/>
          </p:nvSpPr>
          <p:spPr bwMode="auto">
            <a:xfrm>
              <a:off x="3440" y="65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05" name="AutoShape 75"/>
            <p:cNvSpPr>
              <a:spLocks noChangeArrowheads="1"/>
            </p:cNvSpPr>
            <p:nvPr/>
          </p:nvSpPr>
          <p:spPr bwMode="auto">
            <a:xfrm>
              <a:off x="3808" y="88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06" name="AutoShape 76"/>
            <p:cNvSpPr>
              <a:spLocks noChangeArrowheads="1"/>
            </p:cNvSpPr>
            <p:nvPr/>
          </p:nvSpPr>
          <p:spPr bwMode="auto">
            <a:xfrm>
              <a:off x="4176" y="112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07" name="AutoShape 77"/>
            <p:cNvSpPr>
              <a:spLocks noChangeArrowheads="1"/>
            </p:cNvSpPr>
            <p:nvPr/>
          </p:nvSpPr>
          <p:spPr bwMode="auto">
            <a:xfrm>
              <a:off x="4176" y="65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08" name="AutoShape 78"/>
            <p:cNvSpPr>
              <a:spLocks noChangeArrowheads="1"/>
            </p:cNvSpPr>
            <p:nvPr/>
          </p:nvSpPr>
          <p:spPr bwMode="auto">
            <a:xfrm>
              <a:off x="1600" y="896"/>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09" name="AutoShape 79"/>
            <p:cNvSpPr>
              <a:spLocks noChangeArrowheads="1"/>
            </p:cNvSpPr>
            <p:nvPr/>
          </p:nvSpPr>
          <p:spPr bwMode="auto">
            <a:xfrm>
              <a:off x="1968" y="112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10" name="AutoShape 80"/>
            <p:cNvSpPr>
              <a:spLocks noChangeArrowheads="1"/>
            </p:cNvSpPr>
            <p:nvPr/>
          </p:nvSpPr>
          <p:spPr bwMode="auto">
            <a:xfrm>
              <a:off x="1968" y="66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11" name="AutoShape 81"/>
            <p:cNvSpPr>
              <a:spLocks noChangeArrowheads="1"/>
            </p:cNvSpPr>
            <p:nvPr/>
          </p:nvSpPr>
          <p:spPr bwMode="auto">
            <a:xfrm>
              <a:off x="1232" y="112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12" name="AutoShape 82"/>
            <p:cNvSpPr>
              <a:spLocks noChangeArrowheads="1"/>
            </p:cNvSpPr>
            <p:nvPr/>
          </p:nvSpPr>
          <p:spPr bwMode="auto">
            <a:xfrm>
              <a:off x="1232" y="66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13" name="AutoShape 83"/>
            <p:cNvSpPr>
              <a:spLocks noChangeArrowheads="1"/>
            </p:cNvSpPr>
            <p:nvPr/>
          </p:nvSpPr>
          <p:spPr bwMode="auto">
            <a:xfrm>
              <a:off x="2704" y="19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14" name="AutoShape 84"/>
            <p:cNvSpPr>
              <a:spLocks noChangeArrowheads="1"/>
            </p:cNvSpPr>
            <p:nvPr/>
          </p:nvSpPr>
          <p:spPr bwMode="auto">
            <a:xfrm>
              <a:off x="3072" y="42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15" name="AutoShape 85"/>
            <p:cNvSpPr>
              <a:spLocks noChangeArrowheads="1"/>
            </p:cNvSpPr>
            <p:nvPr/>
          </p:nvSpPr>
          <p:spPr bwMode="auto">
            <a:xfrm>
              <a:off x="3440" y="19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16" name="AutoShape 86"/>
            <p:cNvSpPr>
              <a:spLocks noChangeArrowheads="1"/>
            </p:cNvSpPr>
            <p:nvPr/>
          </p:nvSpPr>
          <p:spPr bwMode="auto">
            <a:xfrm>
              <a:off x="3808" y="424"/>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17" name="AutoShape 87"/>
            <p:cNvSpPr>
              <a:spLocks noChangeArrowheads="1"/>
            </p:cNvSpPr>
            <p:nvPr/>
          </p:nvSpPr>
          <p:spPr bwMode="auto">
            <a:xfrm>
              <a:off x="1968" y="200"/>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18" name="AutoShape 88"/>
            <p:cNvSpPr>
              <a:spLocks noChangeArrowheads="1"/>
            </p:cNvSpPr>
            <p:nvPr/>
          </p:nvSpPr>
          <p:spPr bwMode="auto">
            <a:xfrm>
              <a:off x="2336" y="43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19" name="AutoShape 89"/>
            <p:cNvSpPr>
              <a:spLocks noChangeArrowheads="1"/>
            </p:cNvSpPr>
            <p:nvPr/>
          </p:nvSpPr>
          <p:spPr bwMode="auto">
            <a:xfrm>
              <a:off x="4912" y="1588"/>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sp>
          <p:nvSpPr>
            <p:cNvPr id="34920" name="AutoShape 90"/>
            <p:cNvSpPr>
              <a:spLocks noChangeArrowheads="1"/>
            </p:cNvSpPr>
            <p:nvPr/>
          </p:nvSpPr>
          <p:spPr bwMode="auto">
            <a:xfrm>
              <a:off x="1600" y="432"/>
              <a:ext cx="488" cy="464"/>
            </a:xfrm>
            <a:prstGeom prst="hexagon">
              <a:avLst>
                <a:gd name="adj" fmla="val 26293"/>
                <a:gd name="vf" fmla="val 115470"/>
              </a:avLst>
            </a:prstGeom>
            <a:solidFill>
              <a:srgbClr val="9999FF"/>
            </a:solidFill>
            <a:ln w="9525">
              <a:solidFill>
                <a:schemeClr val="tx1"/>
              </a:solidFill>
              <a:miter lim="800000"/>
              <a:headEnd/>
              <a:tailEnd/>
            </a:ln>
          </p:spPr>
          <p:txBody>
            <a:bodyPr wrap="none" anchor="ctr"/>
            <a:lstStyle/>
            <a:p>
              <a:endParaRPr lang="en-US"/>
            </a:p>
          </p:txBody>
        </p:sp>
      </p:grpSp>
      <p:sp>
        <p:nvSpPr>
          <p:cNvPr id="34820" name="Text Box 91"/>
          <p:cNvSpPr txBox="1">
            <a:spLocks noChangeArrowheads="1"/>
          </p:cNvSpPr>
          <p:nvPr/>
        </p:nvSpPr>
        <p:spPr bwMode="auto">
          <a:xfrm>
            <a:off x="2895600" y="4800600"/>
            <a:ext cx="5867400" cy="457200"/>
          </a:xfrm>
          <a:prstGeom prst="rect">
            <a:avLst/>
          </a:prstGeom>
          <a:solidFill>
            <a:srgbClr val="0000CC"/>
          </a:solidFill>
          <a:ln w="9525">
            <a:noFill/>
            <a:miter lim="800000"/>
            <a:headEnd/>
            <a:tailEnd/>
          </a:ln>
        </p:spPr>
        <p:txBody>
          <a:bodyPr>
            <a:spAutoFit/>
          </a:bodyPr>
          <a:lstStyle/>
          <a:p>
            <a:pPr>
              <a:spcBef>
                <a:spcPct val="50000"/>
              </a:spcBef>
            </a:pPr>
            <a:r>
              <a:rPr lang="en-US" altLang="zh-TW">
                <a:solidFill>
                  <a:srgbClr val="FFFF00"/>
                </a:solidFill>
                <a:latin typeface="Comic Sans MS" pitchFamily="66" charset="0"/>
                <a:ea typeface="新細明體" pitchFamily="18" charset="-120"/>
              </a:rPr>
              <a:t>Hexagonal Cells in a continuous fashion</a:t>
            </a:r>
          </a:p>
        </p:txBody>
      </p:sp>
      <p:grpSp>
        <p:nvGrpSpPr>
          <p:cNvPr id="34821" name="Group 103"/>
          <p:cNvGrpSpPr>
            <a:grpSpLocks/>
          </p:cNvGrpSpPr>
          <p:nvPr/>
        </p:nvGrpSpPr>
        <p:grpSpPr bwMode="auto">
          <a:xfrm>
            <a:off x="0" y="0"/>
            <a:ext cx="2705100" cy="2628900"/>
            <a:chOff x="312" y="1512"/>
            <a:chExt cx="2496" cy="2532"/>
          </a:xfrm>
        </p:grpSpPr>
        <p:sp>
          <p:nvSpPr>
            <p:cNvPr id="34822" name="Oval 98"/>
            <p:cNvSpPr>
              <a:spLocks noChangeArrowheads="1"/>
            </p:cNvSpPr>
            <p:nvPr/>
          </p:nvSpPr>
          <p:spPr bwMode="auto">
            <a:xfrm>
              <a:off x="1272" y="3276"/>
              <a:ext cx="768" cy="768"/>
            </a:xfrm>
            <a:prstGeom prst="ellipse">
              <a:avLst/>
            </a:prstGeom>
            <a:solidFill>
              <a:schemeClr val="accent1">
                <a:alpha val="56862"/>
              </a:schemeClr>
            </a:solidFill>
            <a:ln w="9525">
              <a:solidFill>
                <a:schemeClr val="tx1"/>
              </a:solidFill>
              <a:round/>
              <a:headEnd/>
              <a:tailEnd/>
            </a:ln>
          </p:spPr>
          <p:txBody>
            <a:bodyPr wrap="none" anchor="ctr"/>
            <a:lstStyle/>
            <a:p>
              <a:endParaRPr lang="en-US"/>
            </a:p>
          </p:txBody>
        </p:sp>
        <p:grpSp>
          <p:nvGrpSpPr>
            <p:cNvPr id="34823" name="Group 102"/>
            <p:cNvGrpSpPr>
              <a:grpSpLocks/>
            </p:cNvGrpSpPr>
            <p:nvPr/>
          </p:nvGrpSpPr>
          <p:grpSpPr bwMode="auto">
            <a:xfrm>
              <a:off x="312" y="1512"/>
              <a:ext cx="2496" cy="2496"/>
              <a:chOff x="312" y="1512"/>
              <a:chExt cx="2496" cy="2496"/>
            </a:xfrm>
          </p:grpSpPr>
          <p:sp>
            <p:nvSpPr>
              <p:cNvPr id="34824" name="Oval 92"/>
              <p:cNvSpPr>
                <a:spLocks noChangeArrowheads="1"/>
              </p:cNvSpPr>
              <p:nvPr/>
            </p:nvSpPr>
            <p:spPr bwMode="auto">
              <a:xfrm>
                <a:off x="720" y="2064"/>
                <a:ext cx="768" cy="768"/>
              </a:xfrm>
              <a:prstGeom prst="ellipse">
                <a:avLst/>
              </a:prstGeom>
              <a:solidFill>
                <a:schemeClr val="accent1">
                  <a:alpha val="43921"/>
                </a:schemeClr>
              </a:solidFill>
              <a:ln w="9525">
                <a:solidFill>
                  <a:schemeClr val="tx1"/>
                </a:solidFill>
                <a:round/>
                <a:headEnd/>
                <a:tailEnd/>
              </a:ln>
            </p:spPr>
            <p:txBody>
              <a:bodyPr wrap="none" anchor="ctr"/>
              <a:lstStyle/>
              <a:p>
                <a:endParaRPr lang="en-US"/>
              </a:p>
            </p:txBody>
          </p:sp>
          <p:sp>
            <p:nvSpPr>
              <p:cNvPr id="34825" name="Oval 93"/>
              <p:cNvSpPr>
                <a:spLocks noChangeArrowheads="1"/>
              </p:cNvSpPr>
              <p:nvPr/>
            </p:nvSpPr>
            <p:spPr bwMode="auto">
              <a:xfrm>
                <a:off x="1344" y="2160"/>
                <a:ext cx="768" cy="768"/>
              </a:xfrm>
              <a:prstGeom prst="ellipse">
                <a:avLst/>
              </a:prstGeom>
              <a:solidFill>
                <a:schemeClr val="accent1">
                  <a:alpha val="56862"/>
                </a:schemeClr>
              </a:solidFill>
              <a:ln w="9525">
                <a:solidFill>
                  <a:schemeClr val="tx1"/>
                </a:solidFill>
                <a:round/>
                <a:headEnd/>
                <a:tailEnd/>
              </a:ln>
            </p:spPr>
            <p:txBody>
              <a:bodyPr wrap="none" anchor="ctr"/>
              <a:lstStyle/>
              <a:p>
                <a:endParaRPr lang="en-US"/>
              </a:p>
            </p:txBody>
          </p:sp>
          <p:sp>
            <p:nvSpPr>
              <p:cNvPr id="34826" name="Oval 94"/>
              <p:cNvSpPr>
                <a:spLocks noChangeArrowheads="1"/>
              </p:cNvSpPr>
              <p:nvPr/>
            </p:nvSpPr>
            <p:spPr bwMode="auto">
              <a:xfrm>
                <a:off x="960" y="2688"/>
                <a:ext cx="768" cy="768"/>
              </a:xfrm>
              <a:prstGeom prst="ellipse">
                <a:avLst/>
              </a:prstGeom>
              <a:solidFill>
                <a:schemeClr val="accent1">
                  <a:alpha val="56862"/>
                </a:schemeClr>
              </a:solidFill>
              <a:ln w="9525">
                <a:solidFill>
                  <a:schemeClr val="tx1"/>
                </a:solidFill>
                <a:round/>
                <a:headEnd/>
                <a:tailEnd/>
              </a:ln>
            </p:spPr>
            <p:txBody>
              <a:bodyPr wrap="none" anchor="ctr"/>
              <a:lstStyle/>
              <a:p>
                <a:endParaRPr lang="en-US"/>
              </a:p>
            </p:txBody>
          </p:sp>
          <p:sp>
            <p:nvSpPr>
              <p:cNvPr id="34827" name="Oval 95"/>
              <p:cNvSpPr>
                <a:spLocks noChangeArrowheads="1"/>
              </p:cNvSpPr>
              <p:nvPr/>
            </p:nvSpPr>
            <p:spPr bwMode="auto">
              <a:xfrm>
                <a:off x="1632" y="2760"/>
                <a:ext cx="768" cy="768"/>
              </a:xfrm>
              <a:prstGeom prst="ellipse">
                <a:avLst/>
              </a:prstGeom>
              <a:solidFill>
                <a:schemeClr val="accent1">
                  <a:alpha val="56862"/>
                </a:schemeClr>
              </a:solidFill>
              <a:ln w="9525">
                <a:solidFill>
                  <a:schemeClr val="tx1"/>
                </a:solidFill>
                <a:round/>
                <a:headEnd/>
                <a:tailEnd/>
              </a:ln>
            </p:spPr>
            <p:txBody>
              <a:bodyPr wrap="none" anchor="ctr"/>
              <a:lstStyle/>
              <a:p>
                <a:endParaRPr lang="en-US"/>
              </a:p>
            </p:txBody>
          </p:sp>
          <p:sp>
            <p:nvSpPr>
              <p:cNvPr id="34828" name="Oval 96"/>
              <p:cNvSpPr>
                <a:spLocks noChangeArrowheads="1"/>
              </p:cNvSpPr>
              <p:nvPr/>
            </p:nvSpPr>
            <p:spPr bwMode="auto">
              <a:xfrm>
                <a:off x="312" y="2604"/>
                <a:ext cx="768" cy="768"/>
              </a:xfrm>
              <a:prstGeom prst="ellipse">
                <a:avLst/>
              </a:prstGeom>
              <a:solidFill>
                <a:schemeClr val="accent1">
                  <a:alpha val="56862"/>
                </a:schemeClr>
              </a:solidFill>
              <a:ln w="9525">
                <a:solidFill>
                  <a:schemeClr val="tx1"/>
                </a:solidFill>
                <a:round/>
                <a:headEnd/>
                <a:tailEnd/>
              </a:ln>
            </p:spPr>
            <p:txBody>
              <a:bodyPr wrap="none" anchor="ctr"/>
              <a:lstStyle/>
              <a:p>
                <a:endParaRPr lang="en-US"/>
              </a:p>
            </p:txBody>
          </p:sp>
          <p:sp>
            <p:nvSpPr>
              <p:cNvPr id="34829" name="Oval 97"/>
              <p:cNvSpPr>
                <a:spLocks noChangeArrowheads="1"/>
              </p:cNvSpPr>
              <p:nvPr/>
            </p:nvSpPr>
            <p:spPr bwMode="auto">
              <a:xfrm>
                <a:off x="588" y="3240"/>
                <a:ext cx="768" cy="768"/>
              </a:xfrm>
              <a:prstGeom prst="ellipse">
                <a:avLst/>
              </a:prstGeom>
              <a:solidFill>
                <a:schemeClr val="accent1">
                  <a:alpha val="56862"/>
                </a:schemeClr>
              </a:solidFill>
              <a:ln w="9525">
                <a:solidFill>
                  <a:schemeClr val="tx1"/>
                </a:solidFill>
                <a:round/>
                <a:headEnd/>
                <a:tailEnd/>
              </a:ln>
            </p:spPr>
            <p:txBody>
              <a:bodyPr wrap="none" anchor="ctr"/>
              <a:lstStyle/>
              <a:p>
                <a:endParaRPr lang="en-US"/>
              </a:p>
            </p:txBody>
          </p:sp>
          <p:sp>
            <p:nvSpPr>
              <p:cNvPr id="34830" name="Oval 99"/>
              <p:cNvSpPr>
                <a:spLocks noChangeArrowheads="1"/>
              </p:cNvSpPr>
              <p:nvPr/>
            </p:nvSpPr>
            <p:spPr bwMode="auto">
              <a:xfrm>
                <a:off x="1116" y="1512"/>
                <a:ext cx="768" cy="768"/>
              </a:xfrm>
              <a:prstGeom prst="ellipse">
                <a:avLst/>
              </a:prstGeom>
              <a:solidFill>
                <a:schemeClr val="accent1">
                  <a:alpha val="56862"/>
                </a:schemeClr>
              </a:solidFill>
              <a:ln w="9525">
                <a:solidFill>
                  <a:schemeClr val="tx1"/>
                </a:solidFill>
                <a:round/>
                <a:headEnd/>
                <a:tailEnd/>
              </a:ln>
            </p:spPr>
            <p:txBody>
              <a:bodyPr wrap="none" anchor="ctr"/>
              <a:lstStyle/>
              <a:p>
                <a:endParaRPr lang="en-US"/>
              </a:p>
            </p:txBody>
          </p:sp>
          <p:sp>
            <p:nvSpPr>
              <p:cNvPr id="34831" name="Oval 100"/>
              <p:cNvSpPr>
                <a:spLocks noChangeArrowheads="1"/>
              </p:cNvSpPr>
              <p:nvPr/>
            </p:nvSpPr>
            <p:spPr bwMode="auto">
              <a:xfrm>
                <a:off x="1764" y="1692"/>
                <a:ext cx="768" cy="768"/>
              </a:xfrm>
              <a:prstGeom prst="ellipse">
                <a:avLst/>
              </a:prstGeom>
              <a:solidFill>
                <a:schemeClr val="accent1">
                  <a:alpha val="56862"/>
                </a:schemeClr>
              </a:solidFill>
              <a:ln w="9525">
                <a:solidFill>
                  <a:schemeClr val="tx1"/>
                </a:solidFill>
                <a:round/>
                <a:headEnd/>
                <a:tailEnd/>
              </a:ln>
            </p:spPr>
            <p:txBody>
              <a:bodyPr wrap="none" anchor="ctr"/>
              <a:lstStyle/>
              <a:p>
                <a:endParaRPr lang="en-US"/>
              </a:p>
            </p:txBody>
          </p:sp>
          <p:sp>
            <p:nvSpPr>
              <p:cNvPr id="34832" name="Oval 101"/>
              <p:cNvSpPr>
                <a:spLocks noChangeArrowheads="1"/>
              </p:cNvSpPr>
              <p:nvPr/>
            </p:nvSpPr>
            <p:spPr bwMode="auto">
              <a:xfrm>
                <a:off x="2040" y="2292"/>
                <a:ext cx="768" cy="768"/>
              </a:xfrm>
              <a:prstGeom prst="ellipse">
                <a:avLst/>
              </a:prstGeom>
              <a:solidFill>
                <a:schemeClr val="accent1">
                  <a:alpha val="56862"/>
                </a:schemeClr>
              </a:solidFill>
              <a:ln w="9525">
                <a:solidFill>
                  <a:schemeClr val="tx1"/>
                </a:solidFill>
                <a:round/>
                <a:headEnd/>
                <a:tailEnd/>
              </a:ln>
            </p:spPr>
            <p:txBody>
              <a:bodyPr wrap="none" anchor="ctr"/>
              <a:lstStyle/>
              <a:p>
                <a:endParaRPr lang="en-US"/>
              </a:p>
            </p:txBody>
          </p:sp>
        </p:grpSp>
      </p:grpSp>
    </p:spTree>
  </p:cSld>
  <p:clrMapOvr>
    <a:masterClrMapping/>
  </p:clrMapOvr>
  <p:transition spd="med">
    <p:cover di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p:cNvSpPr>
            <a:spLocks noGrp="1"/>
          </p:cNvSpPr>
          <p:nvPr>
            <p:ph type="sldNum" sz="quarter" idx="12"/>
          </p:nvPr>
        </p:nvSpPr>
        <p:spPr>
          <a:noFill/>
        </p:spPr>
        <p:txBody>
          <a:bodyPr/>
          <a:lstStyle/>
          <a:p>
            <a:fld id="{2356FD45-E0E8-4267-9A5B-75002A101EB0}" type="slidenum">
              <a:rPr lang="en-US" smtClean="0"/>
              <a:pPr/>
              <a:t>22</a:t>
            </a:fld>
            <a:endParaRPr lang="en-US"/>
          </a:p>
        </p:txBody>
      </p:sp>
      <p:sp>
        <p:nvSpPr>
          <p:cNvPr id="35843" name="Text Box 4"/>
          <p:cNvSpPr txBox="1">
            <a:spLocks noChangeArrowheads="1"/>
          </p:cNvSpPr>
          <p:nvPr/>
        </p:nvSpPr>
        <p:spPr bwMode="auto">
          <a:xfrm>
            <a:off x="381000" y="1600200"/>
            <a:ext cx="8382000" cy="4154984"/>
          </a:xfrm>
          <a:prstGeom prst="rect">
            <a:avLst/>
          </a:prstGeom>
          <a:solidFill>
            <a:srgbClr val="CCFFFF"/>
          </a:solidFill>
          <a:ln w="9525">
            <a:noFill/>
            <a:miter lim="800000"/>
            <a:headEnd/>
            <a:tailEnd/>
          </a:ln>
        </p:spPr>
        <p:txBody>
          <a:bodyPr wrap="square">
            <a:spAutoFit/>
          </a:bodyPr>
          <a:lstStyle/>
          <a:p>
            <a:pPr algn="just">
              <a:spcBef>
                <a:spcPct val="50000"/>
              </a:spcBef>
              <a:buFont typeface="Wingdings" pitchFamily="2" charset="2"/>
              <a:buChar char="ü"/>
            </a:pPr>
            <a:r>
              <a:rPr lang="en-US" dirty="0"/>
              <a:t>   Hexagonal-shaped communication cells are artificial and that such a shape cannot be generated in the real world. Engineers draw hexagonal-shaped cells on a layout to simplify the planning and design of a cellular system because it approaches a circular shape that is the ideal power coverage area. The circular shapes have overlapped </a:t>
            </a:r>
            <a:r>
              <a:rPr lang="en-US" dirty="0" smtClean="0"/>
              <a:t>or unoccupied areas </a:t>
            </a:r>
            <a:r>
              <a:rPr lang="en-US" dirty="0"/>
              <a:t>which make the drawing unclear. </a:t>
            </a:r>
          </a:p>
          <a:p>
            <a:pPr algn="just">
              <a:spcBef>
                <a:spcPct val="50000"/>
              </a:spcBef>
            </a:pPr>
            <a:endParaRPr lang="en-US" dirty="0"/>
          </a:p>
          <a:p>
            <a:pPr algn="just">
              <a:spcBef>
                <a:spcPct val="50000"/>
              </a:spcBef>
              <a:buFont typeface="Wingdings" pitchFamily="2" charset="2"/>
              <a:buChar char="ü"/>
            </a:pPr>
            <a:r>
              <a:rPr lang="en-US" dirty="0"/>
              <a:t>The hexagonal shaped cells fit the planned area nicely with no gap and on overlap between the cells. The real cell has irregular shape because of natural, and man made obstacle in service area.</a:t>
            </a:r>
          </a:p>
        </p:txBody>
      </p:sp>
      <p:sp>
        <p:nvSpPr>
          <p:cNvPr id="35844" name="Text Box 5"/>
          <p:cNvSpPr txBox="1">
            <a:spLocks noChangeArrowheads="1"/>
          </p:cNvSpPr>
          <p:nvPr/>
        </p:nvSpPr>
        <p:spPr bwMode="auto">
          <a:xfrm>
            <a:off x="2362200" y="381000"/>
            <a:ext cx="5181600" cy="707886"/>
          </a:xfrm>
          <a:prstGeom prst="rect">
            <a:avLst/>
          </a:prstGeom>
          <a:solidFill>
            <a:srgbClr val="33CCCC"/>
          </a:solidFill>
          <a:ln w="9525">
            <a:noFill/>
            <a:miter lim="800000"/>
            <a:headEnd/>
            <a:tailEnd/>
          </a:ln>
        </p:spPr>
        <p:txBody>
          <a:bodyPr wrap="square">
            <a:spAutoFit/>
          </a:bodyPr>
          <a:lstStyle/>
          <a:p>
            <a:pPr>
              <a:spcBef>
                <a:spcPct val="50000"/>
              </a:spcBef>
            </a:pPr>
            <a:r>
              <a:rPr lang="en-US" sz="4000" b="1"/>
              <a:t>Why Hexagonal Cell?</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4"/>
          <p:cNvSpPr>
            <a:spLocks noGrp="1"/>
          </p:cNvSpPr>
          <p:nvPr>
            <p:ph type="sldNum" sz="quarter" idx="12"/>
          </p:nvPr>
        </p:nvSpPr>
        <p:spPr>
          <a:noFill/>
        </p:spPr>
        <p:txBody>
          <a:bodyPr/>
          <a:lstStyle/>
          <a:p>
            <a:fld id="{1607910E-A809-463A-8026-8662CA74B965}" type="slidenum">
              <a:rPr lang="en-US" smtClean="0"/>
              <a:pPr/>
              <a:t>23</a:t>
            </a:fld>
            <a:endParaRPr lang="en-US"/>
          </a:p>
        </p:txBody>
      </p:sp>
      <p:sp>
        <p:nvSpPr>
          <p:cNvPr id="36867" name="Rectangle 2"/>
          <p:cNvSpPr>
            <a:spLocks noGrp="1" noChangeArrowheads="1"/>
          </p:cNvSpPr>
          <p:nvPr>
            <p:ph type="title"/>
          </p:nvPr>
        </p:nvSpPr>
        <p:spPr>
          <a:xfrm>
            <a:off x="838200" y="152400"/>
            <a:ext cx="7772400" cy="762000"/>
          </a:xfrm>
          <a:noFill/>
        </p:spPr>
        <p:txBody>
          <a:bodyPr/>
          <a:lstStyle/>
          <a:p>
            <a:pPr eaLnBrk="1" hangingPunct="1"/>
            <a:r>
              <a:rPr lang="en-US" sz="3600" b="1">
                <a:solidFill>
                  <a:schemeClr val="tx1"/>
                </a:solidFill>
              </a:rPr>
              <a:t>Cell Shape</a:t>
            </a:r>
          </a:p>
        </p:txBody>
      </p:sp>
      <p:sp>
        <p:nvSpPr>
          <p:cNvPr id="36868" name="Oval 3"/>
          <p:cNvSpPr>
            <a:spLocks noChangeArrowheads="1"/>
          </p:cNvSpPr>
          <p:nvPr/>
        </p:nvSpPr>
        <p:spPr bwMode="auto">
          <a:xfrm>
            <a:off x="685800" y="1295400"/>
            <a:ext cx="1209675" cy="1214438"/>
          </a:xfrm>
          <a:prstGeom prst="ellipse">
            <a:avLst/>
          </a:prstGeom>
          <a:solidFill>
            <a:srgbClr val="99FF99">
              <a:alpha val="50195"/>
            </a:srgbClr>
          </a:solidFill>
          <a:ln w="6350">
            <a:solidFill>
              <a:srgbClr val="000000"/>
            </a:solidFill>
            <a:round/>
            <a:headEnd/>
            <a:tailEnd/>
          </a:ln>
        </p:spPr>
        <p:txBody>
          <a:bodyPr/>
          <a:lstStyle/>
          <a:p>
            <a:endParaRPr lang="en-US"/>
          </a:p>
        </p:txBody>
      </p:sp>
      <p:sp>
        <p:nvSpPr>
          <p:cNvPr id="36869" name="Rectangle 4"/>
          <p:cNvSpPr>
            <a:spLocks noChangeArrowheads="1"/>
          </p:cNvSpPr>
          <p:nvPr/>
        </p:nvSpPr>
        <p:spPr bwMode="auto">
          <a:xfrm>
            <a:off x="1066800" y="1951038"/>
            <a:ext cx="381000" cy="274637"/>
          </a:xfrm>
          <a:prstGeom prst="rect">
            <a:avLst/>
          </a:prstGeom>
          <a:noFill/>
          <a:ln w="9525">
            <a:noFill/>
            <a:miter lim="800000"/>
            <a:headEnd/>
            <a:tailEnd/>
          </a:ln>
        </p:spPr>
        <p:txBody>
          <a:bodyPr wrap="none" lIns="0" tIns="0" rIns="0" bIns="0">
            <a:spAutoFit/>
          </a:bodyPr>
          <a:lstStyle/>
          <a:p>
            <a:r>
              <a:rPr lang="en-US" sz="1800"/>
              <a:t>Cell</a:t>
            </a:r>
          </a:p>
        </p:txBody>
      </p:sp>
      <p:grpSp>
        <p:nvGrpSpPr>
          <p:cNvPr id="36870" name="Group 5"/>
          <p:cNvGrpSpPr>
            <a:grpSpLocks/>
          </p:cNvGrpSpPr>
          <p:nvPr/>
        </p:nvGrpSpPr>
        <p:grpSpPr bwMode="auto">
          <a:xfrm>
            <a:off x="1219200" y="1265238"/>
            <a:ext cx="114300" cy="533400"/>
            <a:chOff x="1033" y="2065"/>
            <a:chExt cx="44" cy="233"/>
          </a:xfrm>
        </p:grpSpPr>
        <p:sp>
          <p:nvSpPr>
            <p:cNvPr id="36911" name="Line 6"/>
            <p:cNvSpPr>
              <a:spLocks noChangeShapeType="1"/>
            </p:cNvSpPr>
            <p:nvPr/>
          </p:nvSpPr>
          <p:spPr bwMode="auto">
            <a:xfrm>
              <a:off x="1055" y="2107"/>
              <a:ext cx="1" cy="191"/>
            </a:xfrm>
            <a:prstGeom prst="line">
              <a:avLst/>
            </a:prstGeom>
            <a:noFill/>
            <a:ln w="6350">
              <a:solidFill>
                <a:srgbClr val="000000"/>
              </a:solidFill>
              <a:round/>
              <a:headEnd/>
              <a:tailEnd/>
            </a:ln>
          </p:spPr>
          <p:txBody>
            <a:bodyPr/>
            <a:lstStyle/>
            <a:p>
              <a:endParaRPr lang="en-US"/>
            </a:p>
          </p:txBody>
        </p:sp>
        <p:sp>
          <p:nvSpPr>
            <p:cNvPr id="36912" name="Freeform 7"/>
            <p:cNvSpPr>
              <a:spLocks/>
            </p:cNvSpPr>
            <p:nvPr/>
          </p:nvSpPr>
          <p:spPr bwMode="auto">
            <a:xfrm>
              <a:off x="1033" y="2065"/>
              <a:ext cx="44" cy="44"/>
            </a:xfrm>
            <a:custGeom>
              <a:avLst/>
              <a:gdLst>
                <a:gd name="T0" fmla="*/ 6 w 88"/>
                <a:gd name="T1" fmla="*/ 6 h 87"/>
                <a:gd name="T2" fmla="*/ 3 w 88"/>
                <a:gd name="T3" fmla="*/ 0 h 87"/>
                <a:gd name="T4" fmla="*/ 0 w 88"/>
                <a:gd name="T5" fmla="*/ 6 h 87"/>
                <a:gd name="T6" fmla="*/ 6 w 88"/>
                <a:gd name="T7" fmla="*/ 6 h 87"/>
                <a:gd name="T8" fmla="*/ 0 60000 65536"/>
                <a:gd name="T9" fmla="*/ 0 60000 65536"/>
                <a:gd name="T10" fmla="*/ 0 60000 65536"/>
                <a:gd name="T11" fmla="*/ 0 60000 65536"/>
                <a:gd name="T12" fmla="*/ 0 w 88"/>
                <a:gd name="T13" fmla="*/ 0 h 87"/>
                <a:gd name="T14" fmla="*/ 88 w 88"/>
                <a:gd name="T15" fmla="*/ 87 h 87"/>
              </a:gdLst>
              <a:ahLst/>
              <a:cxnLst>
                <a:cxn ang="T8">
                  <a:pos x="T0" y="T1"/>
                </a:cxn>
                <a:cxn ang="T9">
                  <a:pos x="T2" y="T3"/>
                </a:cxn>
                <a:cxn ang="T10">
                  <a:pos x="T4" y="T5"/>
                </a:cxn>
                <a:cxn ang="T11">
                  <a:pos x="T6" y="T7"/>
                </a:cxn>
              </a:cxnLst>
              <a:rect l="T12" t="T13" r="T14" b="T15"/>
              <a:pathLst>
                <a:path w="88" h="87">
                  <a:moveTo>
                    <a:pt x="88" y="87"/>
                  </a:moveTo>
                  <a:lnTo>
                    <a:pt x="43" y="0"/>
                  </a:lnTo>
                  <a:lnTo>
                    <a:pt x="0" y="87"/>
                  </a:lnTo>
                  <a:lnTo>
                    <a:pt x="88" y="87"/>
                  </a:lnTo>
                  <a:close/>
                </a:path>
              </a:pathLst>
            </a:custGeom>
            <a:solidFill>
              <a:srgbClr val="000000"/>
            </a:solidFill>
            <a:ln w="9525">
              <a:noFill/>
              <a:round/>
              <a:headEnd/>
              <a:tailEnd/>
            </a:ln>
          </p:spPr>
          <p:txBody>
            <a:bodyPr/>
            <a:lstStyle/>
            <a:p>
              <a:endParaRPr lang="en-US"/>
            </a:p>
          </p:txBody>
        </p:sp>
      </p:grpSp>
      <p:sp>
        <p:nvSpPr>
          <p:cNvPr id="36871" name="Rectangle 8"/>
          <p:cNvSpPr>
            <a:spLocks noChangeArrowheads="1"/>
          </p:cNvSpPr>
          <p:nvPr/>
        </p:nvSpPr>
        <p:spPr bwMode="auto">
          <a:xfrm>
            <a:off x="1376363" y="1476375"/>
            <a:ext cx="152400" cy="274638"/>
          </a:xfrm>
          <a:prstGeom prst="rect">
            <a:avLst/>
          </a:prstGeom>
          <a:noFill/>
          <a:ln w="9525">
            <a:noFill/>
            <a:miter lim="800000"/>
            <a:headEnd/>
            <a:tailEnd/>
          </a:ln>
        </p:spPr>
        <p:txBody>
          <a:bodyPr wrap="none" lIns="0" tIns="0" rIns="0" bIns="0">
            <a:spAutoFit/>
          </a:bodyPr>
          <a:lstStyle/>
          <a:p>
            <a:r>
              <a:rPr lang="en-US" sz="1800"/>
              <a:t>R</a:t>
            </a:r>
          </a:p>
        </p:txBody>
      </p:sp>
      <p:sp>
        <p:nvSpPr>
          <p:cNvPr id="36872" name="Rectangle 9"/>
          <p:cNvSpPr>
            <a:spLocks noChangeArrowheads="1"/>
          </p:cNvSpPr>
          <p:nvPr/>
        </p:nvSpPr>
        <p:spPr bwMode="auto">
          <a:xfrm>
            <a:off x="762000" y="2789238"/>
            <a:ext cx="1279525" cy="304800"/>
          </a:xfrm>
          <a:prstGeom prst="rect">
            <a:avLst/>
          </a:prstGeom>
          <a:noFill/>
          <a:ln w="9525">
            <a:noFill/>
            <a:miter lim="800000"/>
            <a:headEnd/>
            <a:tailEnd/>
          </a:ln>
        </p:spPr>
        <p:txBody>
          <a:bodyPr wrap="none" lIns="0" tIns="0" rIns="0" bIns="0">
            <a:spAutoFit/>
          </a:bodyPr>
          <a:lstStyle/>
          <a:p>
            <a:r>
              <a:rPr lang="en-US" sz="2000"/>
              <a:t>(a) Ideal cell</a:t>
            </a:r>
          </a:p>
        </p:txBody>
      </p:sp>
      <p:sp>
        <p:nvSpPr>
          <p:cNvPr id="36873" name="Rectangle 10"/>
          <p:cNvSpPr>
            <a:spLocks noChangeArrowheads="1"/>
          </p:cNvSpPr>
          <p:nvPr/>
        </p:nvSpPr>
        <p:spPr bwMode="auto">
          <a:xfrm>
            <a:off x="2654300" y="2789238"/>
            <a:ext cx="1463675" cy="304800"/>
          </a:xfrm>
          <a:prstGeom prst="rect">
            <a:avLst/>
          </a:prstGeom>
          <a:noFill/>
          <a:ln w="9525">
            <a:noFill/>
            <a:miter lim="800000"/>
            <a:headEnd/>
            <a:tailEnd/>
          </a:ln>
        </p:spPr>
        <p:txBody>
          <a:bodyPr wrap="none" lIns="0" tIns="0" rIns="0" bIns="0">
            <a:spAutoFit/>
          </a:bodyPr>
          <a:lstStyle/>
          <a:p>
            <a:r>
              <a:rPr lang="en-US" sz="2000"/>
              <a:t>(b) Actual cell</a:t>
            </a:r>
          </a:p>
        </p:txBody>
      </p:sp>
      <p:sp>
        <p:nvSpPr>
          <p:cNvPr id="36874" name="Freeform 11"/>
          <p:cNvSpPr>
            <a:spLocks/>
          </p:cNvSpPr>
          <p:nvPr/>
        </p:nvSpPr>
        <p:spPr bwMode="auto">
          <a:xfrm>
            <a:off x="4572000" y="1447800"/>
            <a:ext cx="936625" cy="762000"/>
          </a:xfrm>
          <a:custGeom>
            <a:avLst/>
            <a:gdLst>
              <a:gd name="T0" fmla="*/ 2147483647 w 1131"/>
              <a:gd name="T1" fmla="*/ 0 h 731"/>
              <a:gd name="T2" fmla="*/ 0 w 1131"/>
              <a:gd name="T3" fmla="*/ 2147483647 h 731"/>
              <a:gd name="T4" fmla="*/ 2147483647 w 1131"/>
              <a:gd name="T5" fmla="*/ 2147483647 h 731"/>
              <a:gd name="T6" fmla="*/ 2147483647 w 1131"/>
              <a:gd name="T7" fmla="*/ 2147483647 h 731"/>
              <a:gd name="T8" fmla="*/ 2147483647 w 1131"/>
              <a:gd name="T9" fmla="*/ 2147483647 h 731"/>
              <a:gd name="T10" fmla="*/ 2147483647 w 1131"/>
              <a:gd name="T11" fmla="*/ 0 h 731"/>
              <a:gd name="T12" fmla="*/ 2147483647 w 1131"/>
              <a:gd name="T13" fmla="*/ 0 h 731"/>
              <a:gd name="T14" fmla="*/ 0 60000 65536"/>
              <a:gd name="T15" fmla="*/ 0 60000 65536"/>
              <a:gd name="T16" fmla="*/ 0 60000 65536"/>
              <a:gd name="T17" fmla="*/ 0 60000 65536"/>
              <a:gd name="T18" fmla="*/ 0 60000 65536"/>
              <a:gd name="T19" fmla="*/ 0 60000 65536"/>
              <a:gd name="T20" fmla="*/ 0 60000 65536"/>
              <a:gd name="T21" fmla="*/ 0 w 1131"/>
              <a:gd name="T22" fmla="*/ 0 h 731"/>
              <a:gd name="T23" fmla="*/ 1131 w 1131"/>
              <a:gd name="T24" fmla="*/ 731 h 7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31" h="731">
                <a:moveTo>
                  <a:pt x="283" y="0"/>
                </a:moveTo>
                <a:lnTo>
                  <a:pt x="0" y="365"/>
                </a:lnTo>
                <a:lnTo>
                  <a:pt x="283" y="731"/>
                </a:lnTo>
                <a:lnTo>
                  <a:pt x="848" y="731"/>
                </a:lnTo>
                <a:lnTo>
                  <a:pt x="1131" y="365"/>
                </a:lnTo>
                <a:lnTo>
                  <a:pt x="848" y="0"/>
                </a:lnTo>
                <a:lnTo>
                  <a:pt x="283" y="0"/>
                </a:lnTo>
                <a:close/>
              </a:path>
            </a:pathLst>
          </a:custGeom>
          <a:solidFill>
            <a:srgbClr val="99FF99">
              <a:alpha val="50195"/>
            </a:srgbClr>
          </a:solidFill>
          <a:ln w="6350">
            <a:solidFill>
              <a:srgbClr val="000000"/>
            </a:solidFill>
            <a:round/>
            <a:headEnd/>
            <a:tailEnd/>
          </a:ln>
        </p:spPr>
        <p:txBody>
          <a:bodyPr/>
          <a:lstStyle/>
          <a:p>
            <a:endParaRPr lang="en-US"/>
          </a:p>
        </p:txBody>
      </p:sp>
      <p:sp>
        <p:nvSpPr>
          <p:cNvPr id="36875" name="Rectangle 12"/>
          <p:cNvSpPr>
            <a:spLocks noChangeArrowheads="1"/>
          </p:cNvSpPr>
          <p:nvPr/>
        </p:nvSpPr>
        <p:spPr bwMode="auto">
          <a:xfrm>
            <a:off x="5943600" y="1417638"/>
            <a:ext cx="804863" cy="757237"/>
          </a:xfrm>
          <a:prstGeom prst="rect">
            <a:avLst/>
          </a:prstGeom>
          <a:solidFill>
            <a:srgbClr val="99FF99">
              <a:alpha val="50195"/>
            </a:srgbClr>
          </a:solidFill>
          <a:ln w="6350">
            <a:solidFill>
              <a:srgbClr val="000000"/>
            </a:solidFill>
            <a:miter lim="800000"/>
            <a:headEnd/>
            <a:tailEnd/>
          </a:ln>
        </p:spPr>
        <p:txBody>
          <a:bodyPr/>
          <a:lstStyle/>
          <a:p>
            <a:endParaRPr lang="en-US"/>
          </a:p>
        </p:txBody>
      </p:sp>
      <p:sp>
        <p:nvSpPr>
          <p:cNvPr id="36876" name="Rectangle 13"/>
          <p:cNvSpPr>
            <a:spLocks noChangeArrowheads="1"/>
          </p:cNvSpPr>
          <p:nvPr/>
        </p:nvSpPr>
        <p:spPr bwMode="auto">
          <a:xfrm>
            <a:off x="5048250" y="1728788"/>
            <a:ext cx="265113" cy="212725"/>
          </a:xfrm>
          <a:prstGeom prst="rect">
            <a:avLst/>
          </a:prstGeom>
          <a:noFill/>
          <a:ln w="9525">
            <a:noFill/>
            <a:miter lim="800000"/>
            <a:headEnd/>
            <a:tailEnd/>
          </a:ln>
        </p:spPr>
        <p:txBody>
          <a:bodyPr/>
          <a:lstStyle/>
          <a:p>
            <a:endParaRPr lang="en-US"/>
          </a:p>
        </p:txBody>
      </p:sp>
      <p:sp>
        <p:nvSpPr>
          <p:cNvPr id="36877" name="Rectangle 14"/>
          <p:cNvSpPr>
            <a:spLocks noChangeArrowheads="1"/>
          </p:cNvSpPr>
          <p:nvPr/>
        </p:nvSpPr>
        <p:spPr bwMode="auto">
          <a:xfrm>
            <a:off x="5203825" y="1630363"/>
            <a:ext cx="152400" cy="274637"/>
          </a:xfrm>
          <a:prstGeom prst="rect">
            <a:avLst/>
          </a:prstGeom>
          <a:noFill/>
          <a:ln w="9525">
            <a:noFill/>
            <a:miter lim="800000"/>
            <a:headEnd/>
            <a:tailEnd/>
          </a:ln>
        </p:spPr>
        <p:txBody>
          <a:bodyPr wrap="none" lIns="0" tIns="0" rIns="0" bIns="0">
            <a:spAutoFit/>
          </a:bodyPr>
          <a:lstStyle/>
          <a:p>
            <a:r>
              <a:rPr lang="en-US" sz="1800"/>
              <a:t>R</a:t>
            </a:r>
          </a:p>
        </p:txBody>
      </p:sp>
      <p:sp>
        <p:nvSpPr>
          <p:cNvPr id="36878" name="Rectangle 15"/>
          <p:cNvSpPr>
            <a:spLocks noChangeArrowheads="1"/>
          </p:cNvSpPr>
          <p:nvPr/>
        </p:nvSpPr>
        <p:spPr bwMode="auto">
          <a:xfrm>
            <a:off x="4941888" y="2203450"/>
            <a:ext cx="212725" cy="212725"/>
          </a:xfrm>
          <a:prstGeom prst="rect">
            <a:avLst/>
          </a:prstGeom>
          <a:noFill/>
          <a:ln w="9525">
            <a:noFill/>
            <a:miter lim="800000"/>
            <a:headEnd/>
            <a:tailEnd/>
          </a:ln>
        </p:spPr>
        <p:txBody>
          <a:bodyPr/>
          <a:lstStyle/>
          <a:p>
            <a:endParaRPr lang="en-US"/>
          </a:p>
        </p:txBody>
      </p:sp>
      <p:sp>
        <p:nvSpPr>
          <p:cNvPr id="36879" name="Rectangle 16"/>
          <p:cNvSpPr>
            <a:spLocks noChangeArrowheads="1"/>
          </p:cNvSpPr>
          <p:nvPr/>
        </p:nvSpPr>
        <p:spPr bwMode="auto">
          <a:xfrm>
            <a:off x="5006975" y="2244725"/>
            <a:ext cx="152400" cy="274638"/>
          </a:xfrm>
          <a:prstGeom prst="rect">
            <a:avLst/>
          </a:prstGeom>
          <a:noFill/>
          <a:ln w="9525">
            <a:noFill/>
            <a:miter lim="800000"/>
            <a:headEnd/>
            <a:tailEnd/>
          </a:ln>
        </p:spPr>
        <p:txBody>
          <a:bodyPr wrap="none" lIns="0" tIns="0" rIns="0" bIns="0">
            <a:spAutoFit/>
          </a:bodyPr>
          <a:lstStyle/>
          <a:p>
            <a:r>
              <a:rPr lang="en-US" sz="1800"/>
              <a:t>R</a:t>
            </a:r>
          </a:p>
        </p:txBody>
      </p:sp>
      <p:sp>
        <p:nvSpPr>
          <p:cNvPr id="36880" name="Rectangle 17"/>
          <p:cNvSpPr>
            <a:spLocks noChangeArrowheads="1"/>
          </p:cNvSpPr>
          <p:nvPr/>
        </p:nvSpPr>
        <p:spPr bwMode="auto">
          <a:xfrm>
            <a:off x="6272213" y="2227263"/>
            <a:ext cx="317500" cy="211137"/>
          </a:xfrm>
          <a:prstGeom prst="rect">
            <a:avLst/>
          </a:prstGeom>
          <a:noFill/>
          <a:ln w="9525">
            <a:noFill/>
            <a:miter lim="800000"/>
            <a:headEnd/>
            <a:tailEnd/>
          </a:ln>
        </p:spPr>
        <p:txBody>
          <a:bodyPr/>
          <a:lstStyle/>
          <a:p>
            <a:endParaRPr lang="en-US"/>
          </a:p>
        </p:txBody>
      </p:sp>
      <p:sp>
        <p:nvSpPr>
          <p:cNvPr id="36881" name="Rectangle 18"/>
          <p:cNvSpPr>
            <a:spLocks noChangeArrowheads="1"/>
          </p:cNvSpPr>
          <p:nvPr/>
        </p:nvSpPr>
        <p:spPr bwMode="auto">
          <a:xfrm>
            <a:off x="6335713" y="2266950"/>
            <a:ext cx="152400" cy="274638"/>
          </a:xfrm>
          <a:prstGeom prst="rect">
            <a:avLst/>
          </a:prstGeom>
          <a:noFill/>
          <a:ln w="9525">
            <a:noFill/>
            <a:miter lim="800000"/>
            <a:headEnd/>
            <a:tailEnd/>
          </a:ln>
        </p:spPr>
        <p:txBody>
          <a:bodyPr wrap="none" lIns="0" tIns="0" rIns="0" bIns="0">
            <a:spAutoFit/>
          </a:bodyPr>
          <a:lstStyle/>
          <a:p>
            <a:r>
              <a:rPr lang="en-US" sz="1800"/>
              <a:t>R</a:t>
            </a:r>
          </a:p>
        </p:txBody>
      </p:sp>
      <p:grpSp>
        <p:nvGrpSpPr>
          <p:cNvPr id="36882" name="Group 19"/>
          <p:cNvGrpSpPr>
            <a:grpSpLocks/>
          </p:cNvGrpSpPr>
          <p:nvPr/>
        </p:nvGrpSpPr>
        <p:grpSpPr bwMode="auto">
          <a:xfrm>
            <a:off x="6016625" y="2332038"/>
            <a:ext cx="211138" cy="68262"/>
            <a:chOff x="3217" y="2676"/>
            <a:chExt cx="133" cy="43"/>
          </a:xfrm>
        </p:grpSpPr>
        <p:sp>
          <p:nvSpPr>
            <p:cNvPr id="36909" name="Line 20"/>
            <p:cNvSpPr>
              <a:spLocks noChangeShapeType="1"/>
            </p:cNvSpPr>
            <p:nvPr/>
          </p:nvSpPr>
          <p:spPr bwMode="auto">
            <a:xfrm flipH="1">
              <a:off x="3258" y="2697"/>
              <a:ext cx="92" cy="1"/>
            </a:xfrm>
            <a:prstGeom prst="line">
              <a:avLst/>
            </a:prstGeom>
            <a:noFill/>
            <a:ln w="6350">
              <a:solidFill>
                <a:srgbClr val="000000"/>
              </a:solidFill>
              <a:round/>
              <a:headEnd/>
              <a:tailEnd/>
            </a:ln>
          </p:spPr>
          <p:txBody>
            <a:bodyPr/>
            <a:lstStyle/>
            <a:p>
              <a:endParaRPr lang="en-US"/>
            </a:p>
          </p:txBody>
        </p:sp>
        <p:sp>
          <p:nvSpPr>
            <p:cNvPr id="36910" name="Freeform 21"/>
            <p:cNvSpPr>
              <a:spLocks/>
            </p:cNvSpPr>
            <p:nvPr/>
          </p:nvSpPr>
          <p:spPr bwMode="auto">
            <a:xfrm>
              <a:off x="3217" y="2676"/>
              <a:ext cx="43" cy="43"/>
            </a:xfrm>
            <a:custGeom>
              <a:avLst/>
              <a:gdLst>
                <a:gd name="T0" fmla="*/ 5 w 88"/>
                <a:gd name="T1" fmla="*/ 0 h 87"/>
                <a:gd name="T2" fmla="*/ 0 w 88"/>
                <a:gd name="T3" fmla="*/ 2 h 87"/>
                <a:gd name="T4" fmla="*/ 5 w 88"/>
                <a:gd name="T5" fmla="*/ 5 h 87"/>
                <a:gd name="T6" fmla="*/ 5 w 88"/>
                <a:gd name="T7" fmla="*/ 0 h 87"/>
                <a:gd name="T8" fmla="*/ 0 60000 65536"/>
                <a:gd name="T9" fmla="*/ 0 60000 65536"/>
                <a:gd name="T10" fmla="*/ 0 60000 65536"/>
                <a:gd name="T11" fmla="*/ 0 60000 65536"/>
                <a:gd name="T12" fmla="*/ 0 w 88"/>
                <a:gd name="T13" fmla="*/ 0 h 87"/>
                <a:gd name="T14" fmla="*/ 88 w 88"/>
                <a:gd name="T15" fmla="*/ 87 h 87"/>
              </a:gdLst>
              <a:ahLst/>
              <a:cxnLst>
                <a:cxn ang="T8">
                  <a:pos x="T0" y="T1"/>
                </a:cxn>
                <a:cxn ang="T9">
                  <a:pos x="T2" y="T3"/>
                </a:cxn>
                <a:cxn ang="T10">
                  <a:pos x="T4" y="T5"/>
                </a:cxn>
                <a:cxn ang="T11">
                  <a:pos x="T6" y="T7"/>
                </a:cxn>
              </a:cxnLst>
              <a:rect l="T12" t="T13" r="T14" b="T15"/>
              <a:pathLst>
                <a:path w="88" h="87">
                  <a:moveTo>
                    <a:pt x="88" y="0"/>
                  </a:moveTo>
                  <a:lnTo>
                    <a:pt x="0" y="43"/>
                  </a:lnTo>
                  <a:lnTo>
                    <a:pt x="88" y="87"/>
                  </a:lnTo>
                  <a:lnTo>
                    <a:pt x="88" y="0"/>
                  </a:lnTo>
                  <a:close/>
                </a:path>
              </a:pathLst>
            </a:custGeom>
            <a:solidFill>
              <a:srgbClr val="000000"/>
            </a:solidFill>
            <a:ln w="9525">
              <a:noFill/>
              <a:round/>
              <a:headEnd/>
              <a:tailEnd/>
            </a:ln>
          </p:spPr>
          <p:txBody>
            <a:bodyPr/>
            <a:lstStyle/>
            <a:p>
              <a:endParaRPr lang="en-US"/>
            </a:p>
          </p:txBody>
        </p:sp>
      </p:grpSp>
      <p:grpSp>
        <p:nvGrpSpPr>
          <p:cNvPr id="36883" name="Group 22"/>
          <p:cNvGrpSpPr>
            <a:grpSpLocks/>
          </p:cNvGrpSpPr>
          <p:nvPr/>
        </p:nvGrpSpPr>
        <p:grpSpPr bwMode="auto">
          <a:xfrm>
            <a:off x="6473825" y="2332038"/>
            <a:ext cx="211138" cy="68262"/>
            <a:chOff x="3450" y="2676"/>
            <a:chExt cx="133" cy="43"/>
          </a:xfrm>
        </p:grpSpPr>
        <p:sp>
          <p:nvSpPr>
            <p:cNvPr id="36907" name="Line 23"/>
            <p:cNvSpPr>
              <a:spLocks noChangeShapeType="1"/>
            </p:cNvSpPr>
            <p:nvPr/>
          </p:nvSpPr>
          <p:spPr bwMode="auto">
            <a:xfrm>
              <a:off x="3450" y="2697"/>
              <a:ext cx="91" cy="1"/>
            </a:xfrm>
            <a:prstGeom prst="line">
              <a:avLst/>
            </a:prstGeom>
            <a:noFill/>
            <a:ln w="6350">
              <a:solidFill>
                <a:srgbClr val="000000"/>
              </a:solidFill>
              <a:round/>
              <a:headEnd/>
              <a:tailEnd/>
            </a:ln>
          </p:spPr>
          <p:txBody>
            <a:bodyPr/>
            <a:lstStyle/>
            <a:p>
              <a:endParaRPr lang="en-US"/>
            </a:p>
          </p:txBody>
        </p:sp>
        <p:sp>
          <p:nvSpPr>
            <p:cNvPr id="36908" name="Freeform 24"/>
            <p:cNvSpPr>
              <a:spLocks/>
            </p:cNvSpPr>
            <p:nvPr/>
          </p:nvSpPr>
          <p:spPr bwMode="auto">
            <a:xfrm>
              <a:off x="3540" y="2676"/>
              <a:ext cx="43" cy="43"/>
            </a:xfrm>
            <a:custGeom>
              <a:avLst/>
              <a:gdLst>
                <a:gd name="T0" fmla="*/ 0 w 86"/>
                <a:gd name="T1" fmla="*/ 5 h 87"/>
                <a:gd name="T2" fmla="*/ 5 w 86"/>
                <a:gd name="T3" fmla="*/ 2 h 87"/>
                <a:gd name="T4" fmla="*/ 0 w 86"/>
                <a:gd name="T5" fmla="*/ 0 h 87"/>
                <a:gd name="T6" fmla="*/ 0 w 86"/>
                <a:gd name="T7" fmla="*/ 5 h 87"/>
                <a:gd name="T8" fmla="*/ 0 60000 65536"/>
                <a:gd name="T9" fmla="*/ 0 60000 65536"/>
                <a:gd name="T10" fmla="*/ 0 60000 65536"/>
                <a:gd name="T11" fmla="*/ 0 60000 65536"/>
                <a:gd name="T12" fmla="*/ 0 w 86"/>
                <a:gd name="T13" fmla="*/ 0 h 87"/>
                <a:gd name="T14" fmla="*/ 86 w 86"/>
                <a:gd name="T15" fmla="*/ 87 h 87"/>
              </a:gdLst>
              <a:ahLst/>
              <a:cxnLst>
                <a:cxn ang="T8">
                  <a:pos x="T0" y="T1"/>
                </a:cxn>
                <a:cxn ang="T9">
                  <a:pos x="T2" y="T3"/>
                </a:cxn>
                <a:cxn ang="T10">
                  <a:pos x="T4" y="T5"/>
                </a:cxn>
                <a:cxn ang="T11">
                  <a:pos x="T6" y="T7"/>
                </a:cxn>
              </a:cxnLst>
              <a:rect l="T12" t="T13" r="T14" b="T15"/>
              <a:pathLst>
                <a:path w="86" h="87">
                  <a:moveTo>
                    <a:pt x="0" y="87"/>
                  </a:moveTo>
                  <a:lnTo>
                    <a:pt x="86" y="43"/>
                  </a:lnTo>
                  <a:lnTo>
                    <a:pt x="0" y="0"/>
                  </a:lnTo>
                  <a:lnTo>
                    <a:pt x="0" y="87"/>
                  </a:lnTo>
                  <a:close/>
                </a:path>
              </a:pathLst>
            </a:custGeom>
            <a:solidFill>
              <a:srgbClr val="000000"/>
            </a:solidFill>
            <a:ln w="9525">
              <a:noFill/>
              <a:round/>
              <a:headEnd/>
              <a:tailEnd/>
            </a:ln>
          </p:spPr>
          <p:txBody>
            <a:bodyPr/>
            <a:lstStyle/>
            <a:p>
              <a:endParaRPr lang="en-US"/>
            </a:p>
          </p:txBody>
        </p:sp>
      </p:grpSp>
      <p:grpSp>
        <p:nvGrpSpPr>
          <p:cNvPr id="36884" name="Group 25"/>
          <p:cNvGrpSpPr>
            <a:grpSpLocks/>
          </p:cNvGrpSpPr>
          <p:nvPr/>
        </p:nvGrpSpPr>
        <p:grpSpPr bwMode="auto">
          <a:xfrm>
            <a:off x="4594225" y="2368550"/>
            <a:ext cx="211138" cy="69850"/>
            <a:chOff x="2618" y="2642"/>
            <a:chExt cx="133" cy="44"/>
          </a:xfrm>
        </p:grpSpPr>
        <p:sp>
          <p:nvSpPr>
            <p:cNvPr id="36905" name="Line 26"/>
            <p:cNvSpPr>
              <a:spLocks noChangeShapeType="1"/>
            </p:cNvSpPr>
            <p:nvPr/>
          </p:nvSpPr>
          <p:spPr bwMode="auto">
            <a:xfrm>
              <a:off x="2618" y="2664"/>
              <a:ext cx="91" cy="1"/>
            </a:xfrm>
            <a:prstGeom prst="line">
              <a:avLst/>
            </a:prstGeom>
            <a:noFill/>
            <a:ln w="6350">
              <a:solidFill>
                <a:srgbClr val="000000"/>
              </a:solidFill>
              <a:round/>
              <a:headEnd/>
              <a:tailEnd/>
            </a:ln>
          </p:spPr>
          <p:txBody>
            <a:bodyPr/>
            <a:lstStyle/>
            <a:p>
              <a:endParaRPr lang="en-US"/>
            </a:p>
          </p:txBody>
        </p:sp>
        <p:sp>
          <p:nvSpPr>
            <p:cNvPr id="36906" name="Freeform 27"/>
            <p:cNvSpPr>
              <a:spLocks/>
            </p:cNvSpPr>
            <p:nvPr/>
          </p:nvSpPr>
          <p:spPr bwMode="auto">
            <a:xfrm>
              <a:off x="2708" y="2642"/>
              <a:ext cx="43" cy="44"/>
            </a:xfrm>
            <a:custGeom>
              <a:avLst/>
              <a:gdLst>
                <a:gd name="T0" fmla="*/ 0 w 86"/>
                <a:gd name="T1" fmla="*/ 6 h 87"/>
                <a:gd name="T2" fmla="*/ 5 w 86"/>
                <a:gd name="T3" fmla="*/ 3 h 87"/>
                <a:gd name="T4" fmla="*/ 0 w 86"/>
                <a:gd name="T5" fmla="*/ 0 h 87"/>
                <a:gd name="T6" fmla="*/ 0 w 86"/>
                <a:gd name="T7" fmla="*/ 6 h 87"/>
                <a:gd name="T8" fmla="*/ 0 60000 65536"/>
                <a:gd name="T9" fmla="*/ 0 60000 65536"/>
                <a:gd name="T10" fmla="*/ 0 60000 65536"/>
                <a:gd name="T11" fmla="*/ 0 60000 65536"/>
                <a:gd name="T12" fmla="*/ 0 w 86"/>
                <a:gd name="T13" fmla="*/ 0 h 87"/>
                <a:gd name="T14" fmla="*/ 86 w 86"/>
                <a:gd name="T15" fmla="*/ 87 h 87"/>
              </a:gdLst>
              <a:ahLst/>
              <a:cxnLst>
                <a:cxn ang="T8">
                  <a:pos x="T0" y="T1"/>
                </a:cxn>
                <a:cxn ang="T9">
                  <a:pos x="T2" y="T3"/>
                </a:cxn>
                <a:cxn ang="T10">
                  <a:pos x="T4" y="T5"/>
                </a:cxn>
                <a:cxn ang="T11">
                  <a:pos x="T6" y="T7"/>
                </a:cxn>
              </a:cxnLst>
              <a:rect l="T12" t="T13" r="T14" b="T15"/>
              <a:pathLst>
                <a:path w="86" h="87">
                  <a:moveTo>
                    <a:pt x="0" y="87"/>
                  </a:moveTo>
                  <a:lnTo>
                    <a:pt x="86" y="43"/>
                  </a:lnTo>
                  <a:lnTo>
                    <a:pt x="0" y="0"/>
                  </a:lnTo>
                  <a:lnTo>
                    <a:pt x="0" y="87"/>
                  </a:lnTo>
                  <a:close/>
                </a:path>
              </a:pathLst>
            </a:custGeom>
            <a:solidFill>
              <a:srgbClr val="000000"/>
            </a:solidFill>
            <a:ln w="9525">
              <a:noFill/>
              <a:round/>
              <a:headEnd/>
              <a:tailEnd/>
            </a:ln>
          </p:spPr>
          <p:txBody>
            <a:bodyPr/>
            <a:lstStyle/>
            <a:p>
              <a:endParaRPr lang="en-US"/>
            </a:p>
          </p:txBody>
        </p:sp>
      </p:grpSp>
      <p:grpSp>
        <p:nvGrpSpPr>
          <p:cNvPr id="36885" name="Group 28"/>
          <p:cNvGrpSpPr>
            <a:grpSpLocks/>
          </p:cNvGrpSpPr>
          <p:nvPr/>
        </p:nvGrpSpPr>
        <p:grpSpPr bwMode="auto">
          <a:xfrm>
            <a:off x="5297488" y="2368550"/>
            <a:ext cx="211137" cy="69850"/>
            <a:chOff x="2917" y="2642"/>
            <a:chExt cx="133" cy="44"/>
          </a:xfrm>
        </p:grpSpPr>
        <p:sp>
          <p:nvSpPr>
            <p:cNvPr id="36903" name="Line 29"/>
            <p:cNvSpPr>
              <a:spLocks noChangeShapeType="1"/>
            </p:cNvSpPr>
            <p:nvPr/>
          </p:nvSpPr>
          <p:spPr bwMode="auto">
            <a:xfrm flipH="1">
              <a:off x="2959" y="2664"/>
              <a:ext cx="91" cy="1"/>
            </a:xfrm>
            <a:prstGeom prst="line">
              <a:avLst/>
            </a:prstGeom>
            <a:noFill/>
            <a:ln w="6350">
              <a:solidFill>
                <a:srgbClr val="000000"/>
              </a:solidFill>
              <a:round/>
              <a:headEnd/>
              <a:tailEnd/>
            </a:ln>
          </p:spPr>
          <p:txBody>
            <a:bodyPr/>
            <a:lstStyle/>
            <a:p>
              <a:endParaRPr lang="en-US"/>
            </a:p>
          </p:txBody>
        </p:sp>
        <p:sp>
          <p:nvSpPr>
            <p:cNvPr id="36904" name="Freeform 30"/>
            <p:cNvSpPr>
              <a:spLocks/>
            </p:cNvSpPr>
            <p:nvPr/>
          </p:nvSpPr>
          <p:spPr bwMode="auto">
            <a:xfrm>
              <a:off x="2917" y="2642"/>
              <a:ext cx="44" cy="44"/>
            </a:xfrm>
            <a:custGeom>
              <a:avLst/>
              <a:gdLst>
                <a:gd name="T0" fmla="*/ 6 w 87"/>
                <a:gd name="T1" fmla="*/ 0 h 87"/>
                <a:gd name="T2" fmla="*/ 0 w 87"/>
                <a:gd name="T3" fmla="*/ 3 h 87"/>
                <a:gd name="T4" fmla="*/ 6 w 87"/>
                <a:gd name="T5" fmla="*/ 6 h 87"/>
                <a:gd name="T6" fmla="*/ 6 w 87"/>
                <a:gd name="T7" fmla="*/ 0 h 87"/>
                <a:gd name="T8" fmla="*/ 0 60000 65536"/>
                <a:gd name="T9" fmla="*/ 0 60000 65536"/>
                <a:gd name="T10" fmla="*/ 0 60000 65536"/>
                <a:gd name="T11" fmla="*/ 0 60000 65536"/>
                <a:gd name="T12" fmla="*/ 0 w 87"/>
                <a:gd name="T13" fmla="*/ 0 h 87"/>
                <a:gd name="T14" fmla="*/ 87 w 87"/>
                <a:gd name="T15" fmla="*/ 87 h 87"/>
              </a:gdLst>
              <a:ahLst/>
              <a:cxnLst>
                <a:cxn ang="T8">
                  <a:pos x="T0" y="T1"/>
                </a:cxn>
                <a:cxn ang="T9">
                  <a:pos x="T2" y="T3"/>
                </a:cxn>
                <a:cxn ang="T10">
                  <a:pos x="T4" y="T5"/>
                </a:cxn>
                <a:cxn ang="T11">
                  <a:pos x="T6" y="T7"/>
                </a:cxn>
              </a:cxnLst>
              <a:rect l="T12" t="T13" r="T14" b="T15"/>
              <a:pathLst>
                <a:path w="87" h="87">
                  <a:moveTo>
                    <a:pt x="87" y="0"/>
                  </a:moveTo>
                  <a:lnTo>
                    <a:pt x="0" y="43"/>
                  </a:lnTo>
                  <a:lnTo>
                    <a:pt x="87" y="87"/>
                  </a:lnTo>
                  <a:lnTo>
                    <a:pt x="87" y="0"/>
                  </a:lnTo>
                  <a:close/>
                </a:path>
              </a:pathLst>
            </a:custGeom>
            <a:solidFill>
              <a:srgbClr val="000000"/>
            </a:solidFill>
            <a:ln w="9525">
              <a:noFill/>
              <a:round/>
              <a:headEnd/>
              <a:tailEnd/>
            </a:ln>
          </p:spPr>
          <p:txBody>
            <a:bodyPr/>
            <a:lstStyle/>
            <a:p>
              <a:endParaRPr lang="en-US"/>
            </a:p>
          </p:txBody>
        </p:sp>
      </p:grpSp>
      <p:sp>
        <p:nvSpPr>
          <p:cNvPr id="36886" name="Line 31"/>
          <p:cNvSpPr>
            <a:spLocks noChangeShapeType="1"/>
          </p:cNvSpPr>
          <p:nvPr/>
        </p:nvSpPr>
        <p:spPr bwMode="auto">
          <a:xfrm>
            <a:off x="4821238" y="2203450"/>
            <a:ext cx="1587" cy="263525"/>
          </a:xfrm>
          <a:prstGeom prst="line">
            <a:avLst/>
          </a:prstGeom>
          <a:noFill/>
          <a:ln w="6350">
            <a:solidFill>
              <a:srgbClr val="000000"/>
            </a:solidFill>
            <a:round/>
            <a:headEnd/>
            <a:tailEnd/>
          </a:ln>
        </p:spPr>
        <p:txBody>
          <a:bodyPr/>
          <a:lstStyle/>
          <a:p>
            <a:endParaRPr lang="en-US"/>
          </a:p>
        </p:txBody>
      </p:sp>
      <p:sp>
        <p:nvSpPr>
          <p:cNvPr id="36887" name="Line 32"/>
          <p:cNvSpPr>
            <a:spLocks noChangeShapeType="1"/>
          </p:cNvSpPr>
          <p:nvPr/>
        </p:nvSpPr>
        <p:spPr bwMode="auto">
          <a:xfrm>
            <a:off x="5278438" y="2203450"/>
            <a:ext cx="1587" cy="263525"/>
          </a:xfrm>
          <a:prstGeom prst="line">
            <a:avLst/>
          </a:prstGeom>
          <a:noFill/>
          <a:ln w="6350">
            <a:solidFill>
              <a:srgbClr val="000000"/>
            </a:solidFill>
            <a:round/>
            <a:headEnd/>
            <a:tailEnd/>
          </a:ln>
        </p:spPr>
        <p:txBody>
          <a:bodyPr/>
          <a:lstStyle/>
          <a:p>
            <a:endParaRPr lang="en-US"/>
          </a:p>
        </p:txBody>
      </p:sp>
      <p:sp>
        <p:nvSpPr>
          <p:cNvPr id="36888" name="Freeform 33"/>
          <p:cNvSpPr>
            <a:spLocks/>
          </p:cNvSpPr>
          <p:nvPr/>
        </p:nvSpPr>
        <p:spPr bwMode="auto">
          <a:xfrm>
            <a:off x="7239000" y="1524000"/>
            <a:ext cx="838200" cy="838200"/>
          </a:xfrm>
          <a:custGeom>
            <a:avLst/>
            <a:gdLst>
              <a:gd name="T0" fmla="*/ 2147483647 w 732"/>
              <a:gd name="T1" fmla="*/ 2147483647 h 804"/>
              <a:gd name="T2" fmla="*/ 2147483647 w 732"/>
              <a:gd name="T3" fmla="*/ 2147483647 h 804"/>
              <a:gd name="T4" fmla="*/ 0 w 732"/>
              <a:gd name="T5" fmla="*/ 0 h 804"/>
              <a:gd name="T6" fmla="*/ 2147483647 w 732"/>
              <a:gd name="T7" fmla="*/ 2147483647 h 804"/>
              <a:gd name="T8" fmla="*/ 0 60000 65536"/>
              <a:gd name="T9" fmla="*/ 0 60000 65536"/>
              <a:gd name="T10" fmla="*/ 0 60000 65536"/>
              <a:gd name="T11" fmla="*/ 0 60000 65536"/>
              <a:gd name="T12" fmla="*/ 0 w 732"/>
              <a:gd name="T13" fmla="*/ 0 h 804"/>
              <a:gd name="T14" fmla="*/ 732 w 732"/>
              <a:gd name="T15" fmla="*/ 804 h 804"/>
            </a:gdLst>
            <a:ahLst/>
            <a:cxnLst>
              <a:cxn ang="T8">
                <a:pos x="T0" y="T1"/>
              </a:cxn>
              <a:cxn ang="T9">
                <a:pos x="T2" y="T3"/>
              </a:cxn>
              <a:cxn ang="T10">
                <a:pos x="T4" y="T5"/>
              </a:cxn>
              <a:cxn ang="T11">
                <a:pos x="T6" y="T7"/>
              </a:cxn>
            </a:cxnLst>
            <a:rect l="T12" t="T13" r="T14" b="T15"/>
            <a:pathLst>
              <a:path w="732" h="804">
                <a:moveTo>
                  <a:pt x="355" y="804"/>
                </a:moveTo>
                <a:lnTo>
                  <a:pt x="732" y="11"/>
                </a:lnTo>
                <a:lnTo>
                  <a:pt x="0" y="0"/>
                </a:lnTo>
                <a:lnTo>
                  <a:pt x="355" y="804"/>
                </a:lnTo>
                <a:close/>
              </a:path>
            </a:pathLst>
          </a:custGeom>
          <a:solidFill>
            <a:srgbClr val="99FF99">
              <a:alpha val="50195"/>
            </a:srgbClr>
          </a:solidFill>
          <a:ln w="6350">
            <a:solidFill>
              <a:srgbClr val="000000"/>
            </a:solidFill>
            <a:round/>
            <a:headEnd/>
            <a:tailEnd/>
          </a:ln>
        </p:spPr>
        <p:txBody>
          <a:bodyPr/>
          <a:lstStyle/>
          <a:p>
            <a:endParaRPr lang="en-US"/>
          </a:p>
        </p:txBody>
      </p:sp>
      <p:sp>
        <p:nvSpPr>
          <p:cNvPr id="36889" name="Rectangle 34"/>
          <p:cNvSpPr>
            <a:spLocks noChangeArrowheads="1"/>
          </p:cNvSpPr>
          <p:nvPr/>
        </p:nvSpPr>
        <p:spPr bwMode="auto">
          <a:xfrm>
            <a:off x="7543800" y="1219200"/>
            <a:ext cx="152400" cy="274638"/>
          </a:xfrm>
          <a:prstGeom prst="rect">
            <a:avLst/>
          </a:prstGeom>
          <a:noFill/>
          <a:ln w="9525">
            <a:noFill/>
            <a:miter lim="800000"/>
            <a:headEnd/>
            <a:tailEnd/>
          </a:ln>
        </p:spPr>
        <p:txBody>
          <a:bodyPr wrap="none" lIns="0" tIns="0" rIns="0" bIns="0">
            <a:spAutoFit/>
          </a:bodyPr>
          <a:lstStyle/>
          <a:p>
            <a:r>
              <a:rPr lang="en-US" sz="1800"/>
              <a:t>R</a:t>
            </a:r>
          </a:p>
        </p:txBody>
      </p:sp>
      <p:grpSp>
        <p:nvGrpSpPr>
          <p:cNvPr id="36890" name="Group 35"/>
          <p:cNvGrpSpPr>
            <a:grpSpLocks/>
          </p:cNvGrpSpPr>
          <p:nvPr/>
        </p:nvGrpSpPr>
        <p:grpSpPr bwMode="auto">
          <a:xfrm>
            <a:off x="7239000" y="1347788"/>
            <a:ext cx="158750" cy="69850"/>
            <a:chOff x="3815" y="2077"/>
            <a:chExt cx="100" cy="44"/>
          </a:xfrm>
        </p:grpSpPr>
        <p:sp>
          <p:nvSpPr>
            <p:cNvPr id="36901" name="Line 36"/>
            <p:cNvSpPr>
              <a:spLocks noChangeShapeType="1"/>
            </p:cNvSpPr>
            <p:nvPr/>
          </p:nvSpPr>
          <p:spPr bwMode="auto">
            <a:xfrm flipH="1">
              <a:off x="3857" y="2099"/>
              <a:ext cx="58" cy="1"/>
            </a:xfrm>
            <a:prstGeom prst="line">
              <a:avLst/>
            </a:prstGeom>
            <a:noFill/>
            <a:ln w="6350">
              <a:solidFill>
                <a:srgbClr val="000000"/>
              </a:solidFill>
              <a:round/>
              <a:headEnd/>
              <a:tailEnd/>
            </a:ln>
          </p:spPr>
          <p:txBody>
            <a:bodyPr/>
            <a:lstStyle/>
            <a:p>
              <a:endParaRPr lang="en-US"/>
            </a:p>
          </p:txBody>
        </p:sp>
        <p:sp>
          <p:nvSpPr>
            <p:cNvPr id="36902" name="Freeform 37"/>
            <p:cNvSpPr>
              <a:spLocks/>
            </p:cNvSpPr>
            <p:nvPr/>
          </p:nvSpPr>
          <p:spPr bwMode="auto">
            <a:xfrm>
              <a:off x="3815" y="2077"/>
              <a:ext cx="44" cy="44"/>
            </a:xfrm>
            <a:custGeom>
              <a:avLst/>
              <a:gdLst>
                <a:gd name="T0" fmla="*/ 6 w 87"/>
                <a:gd name="T1" fmla="*/ 0 h 87"/>
                <a:gd name="T2" fmla="*/ 0 w 87"/>
                <a:gd name="T3" fmla="*/ 3 h 87"/>
                <a:gd name="T4" fmla="*/ 6 w 87"/>
                <a:gd name="T5" fmla="*/ 6 h 87"/>
                <a:gd name="T6" fmla="*/ 6 w 87"/>
                <a:gd name="T7" fmla="*/ 0 h 87"/>
                <a:gd name="T8" fmla="*/ 0 60000 65536"/>
                <a:gd name="T9" fmla="*/ 0 60000 65536"/>
                <a:gd name="T10" fmla="*/ 0 60000 65536"/>
                <a:gd name="T11" fmla="*/ 0 60000 65536"/>
                <a:gd name="T12" fmla="*/ 0 w 87"/>
                <a:gd name="T13" fmla="*/ 0 h 87"/>
                <a:gd name="T14" fmla="*/ 87 w 87"/>
                <a:gd name="T15" fmla="*/ 87 h 87"/>
              </a:gdLst>
              <a:ahLst/>
              <a:cxnLst>
                <a:cxn ang="T8">
                  <a:pos x="T0" y="T1"/>
                </a:cxn>
                <a:cxn ang="T9">
                  <a:pos x="T2" y="T3"/>
                </a:cxn>
                <a:cxn ang="T10">
                  <a:pos x="T4" y="T5"/>
                </a:cxn>
                <a:cxn ang="T11">
                  <a:pos x="T6" y="T7"/>
                </a:cxn>
              </a:cxnLst>
              <a:rect l="T12" t="T13" r="T14" b="T15"/>
              <a:pathLst>
                <a:path w="87" h="87">
                  <a:moveTo>
                    <a:pt x="87" y="0"/>
                  </a:moveTo>
                  <a:lnTo>
                    <a:pt x="0" y="43"/>
                  </a:lnTo>
                  <a:lnTo>
                    <a:pt x="87" y="87"/>
                  </a:lnTo>
                  <a:lnTo>
                    <a:pt x="87" y="0"/>
                  </a:lnTo>
                  <a:close/>
                </a:path>
              </a:pathLst>
            </a:custGeom>
            <a:solidFill>
              <a:srgbClr val="000000"/>
            </a:solidFill>
            <a:ln w="9525">
              <a:noFill/>
              <a:round/>
              <a:headEnd/>
              <a:tailEnd/>
            </a:ln>
          </p:spPr>
          <p:txBody>
            <a:bodyPr/>
            <a:lstStyle/>
            <a:p>
              <a:endParaRPr lang="en-US"/>
            </a:p>
          </p:txBody>
        </p:sp>
      </p:grpSp>
      <p:grpSp>
        <p:nvGrpSpPr>
          <p:cNvPr id="36891" name="Group 38"/>
          <p:cNvGrpSpPr>
            <a:grpSpLocks/>
          </p:cNvGrpSpPr>
          <p:nvPr/>
        </p:nvGrpSpPr>
        <p:grpSpPr bwMode="auto">
          <a:xfrm>
            <a:off x="7842250" y="1347788"/>
            <a:ext cx="158750" cy="69850"/>
            <a:chOff x="4015" y="2077"/>
            <a:chExt cx="100" cy="44"/>
          </a:xfrm>
        </p:grpSpPr>
        <p:sp>
          <p:nvSpPr>
            <p:cNvPr id="36899" name="Line 39"/>
            <p:cNvSpPr>
              <a:spLocks noChangeShapeType="1"/>
            </p:cNvSpPr>
            <p:nvPr/>
          </p:nvSpPr>
          <p:spPr bwMode="auto">
            <a:xfrm>
              <a:off x="4015" y="2099"/>
              <a:ext cx="58" cy="1"/>
            </a:xfrm>
            <a:prstGeom prst="line">
              <a:avLst/>
            </a:prstGeom>
            <a:noFill/>
            <a:ln w="6350">
              <a:solidFill>
                <a:srgbClr val="000000"/>
              </a:solidFill>
              <a:round/>
              <a:headEnd/>
              <a:tailEnd/>
            </a:ln>
          </p:spPr>
          <p:txBody>
            <a:bodyPr/>
            <a:lstStyle/>
            <a:p>
              <a:endParaRPr lang="en-US"/>
            </a:p>
          </p:txBody>
        </p:sp>
        <p:sp>
          <p:nvSpPr>
            <p:cNvPr id="36900" name="Freeform 40"/>
            <p:cNvSpPr>
              <a:spLocks/>
            </p:cNvSpPr>
            <p:nvPr/>
          </p:nvSpPr>
          <p:spPr bwMode="auto">
            <a:xfrm>
              <a:off x="4072" y="2077"/>
              <a:ext cx="43" cy="44"/>
            </a:xfrm>
            <a:custGeom>
              <a:avLst/>
              <a:gdLst>
                <a:gd name="T0" fmla="*/ 0 w 86"/>
                <a:gd name="T1" fmla="*/ 6 h 87"/>
                <a:gd name="T2" fmla="*/ 5 w 86"/>
                <a:gd name="T3" fmla="*/ 3 h 87"/>
                <a:gd name="T4" fmla="*/ 0 w 86"/>
                <a:gd name="T5" fmla="*/ 0 h 87"/>
                <a:gd name="T6" fmla="*/ 0 w 86"/>
                <a:gd name="T7" fmla="*/ 6 h 87"/>
                <a:gd name="T8" fmla="*/ 0 60000 65536"/>
                <a:gd name="T9" fmla="*/ 0 60000 65536"/>
                <a:gd name="T10" fmla="*/ 0 60000 65536"/>
                <a:gd name="T11" fmla="*/ 0 60000 65536"/>
                <a:gd name="T12" fmla="*/ 0 w 86"/>
                <a:gd name="T13" fmla="*/ 0 h 87"/>
                <a:gd name="T14" fmla="*/ 86 w 86"/>
                <a:gd name="T15" fmla="*/ 87 h 87"/>
              </a:gdLst>
              <a:ahLst/>
              <a:cxnLst>
                <a:cxn ang="T8">
                  <a:pos x="T0" y="T1"/>
                </a:cxn>
                <a:cxn ang="T9">
                  <a:pos x="T2" y="T3"/>
                </a:cxn>
                <a:cxn ang="T10">
                  <a:pos x="T4" y="T5"/>
                </a:cxn>
                <a:cxn ang="T11">
                  <a:pos x="T6" y="T7"/>
                </a:cxn>
              </a:cxnLst>
              <a:rect l="T12" t="T13" r="T14" b="T15"/>
              <a:pathLst>
                <a:path w="86" h="87">
                  <a:moveTo>
                    <a:pt x="0" y="87"/>
                  </a:moveTo>
                  <a:lnTo>
                    <a:pt x="86" y="43"/>
                  </a:lnTo>
                  <a:lnTo>
                    <a:pt x="0" y="0"/>
                  </a:lnTo>
                  <a:lnTo>
                    <a:pt x="0" y="87"/>
                  </a:lnTo>
                  <a:close/>
                </a:path>
              </a:pathLst>
            </a:custGeom>
            <a:solidFill>
              <a:srgbClr val="000000"/>
            </a:solidFill>
            <a:ln w="9525">
              <a:noFill/>
              <a:round/>
              <a:headEnd/>
              <a:tailEnd/>
            </a:ln>
          </p:spPr>
          <p:txBody>
            <a:bodyPr/>
            <a:lstStyle/>
            <a:p>
              <a:endParaRPr lang="en-US"/>
            </a:p>
          </p:txBody>
        </p:sp>
      </p:grpSp>
      <p:grpSp>
        <p:nvGrpSpPr>
          <p:cNvPr id="36892" name="Group 41"/>
          <p:cNvGrpSpPr>
            <a:grpSpLocks/>
          </p:cNvGrpSpPr>
          <p:nvPr/>
        </p:nvGrpSpPr>
        <p:grpSpPr bwMode="auto">
          <a:xfrm flipV="1">
            <a:off x="5051425" y="1447800"/>
            <a:ext cx="228600" cy="381000"/>
            <a:chOff x="2784" y="2365"/>
            <a:chExt cx="200" cy="99"/>
          </a:xfrm>
        </p:grpSpPr>
        <p:sp>
          <p:nvSpPr>
            <p:cNvPr id="36897" name="Line 42"/>
            <p:cNvSpPr>
              <a:spLocks noChangeShapeType="1"/>
            </p:cNvSpPr>
            <p:nvPr/>
          </p:nvSpPr>
          <p:spPr bwMode="auto">
            <a:xfrm>
              <a:off x="2784" y="2365"/>
              <a:ext cx="163" cy="81"/>
            </a:xfrm>
            <a:prstGeom prst="line">
              <a:avLst/>
            </a:prstGeom>
            <a:noFill/>
            <a:ln w="6350">
              <a:solidFill>
                <a:srgbClr val="000000"/>
              </a:solidFill>
              <a:round/>
              <a:headEnd/>
              <a:tailEnd/>
            </a:ln>
          </p:spPr>
          <p:txBody>
            <a:bodyPr/>
            <a:lstStyle/>
            <a:p>
              <a:endParaRPr lang="en-US"/>
            </a:p>
          </p:txBody>
        </p:sp>
        <p:sp>
          <p:nvSpPr>
            <p:cNvPr id="36898" name="Freeform 43"/>
            <p:cNvSpPr>
              <a:spLocks/>
            </p:cNvSpPr>
            <p:nvPr/>
          </p:nvSpPr>
          <p:spPr bwMode="auto">
            <a:xfrm>
              <a:off x="2935" y="2425"/>
              <a:ext cx="49" cy="39"/>
            </a:xfrm>
            <a:custGeom>
              <a:avLst/>
              <a:gdLst>
                <a:gd name="T0" fmla="*/ 0 w 97"/>
                <a:gd name="T1" fmla="*/ 5 h 78"/>
                <a:gd name="T2" fmla="*/ 7 w 97"/>
                <a:gd name="T3" fmla="*/ 5 h 78"/>
                <a:gd name="T4" fmla="*/ 3 w 97"/>
                <a:gd name="T5" fmla="*/ 0 h 78"/>
                <a:gd name="T6" fmla="*/ 0 w 97"/>
                <a:gd name="T7" fmla="*/ 5 h 78"/>
                <a:gd name="T8" fmla="*/ 0 60000 65536"/>
                <a:gd name="T9" fmla="*/ 0 60000 65536"/>
                <a:gd name="T10" fmla="*/ 0 60000 65536"/>
                <a:gd name="T11" fmla="*/ 0 60000 65536"/>
                <a:gd name="T12" fmla="*/ 0 w 97"/>
                <a:gd name="T13" fmla="*/ 0 h 78"/>
                <a:gd name="T14" fmla="*/ 97 w 97"/>
                <a:gd name="T15" fmla="*/ 78 h 78"/>
              </a:gdLst>
              <a:ahLst/>
              <a:cxnLst>
                <a:cxn ang="T8">
                  <a:pos x="T0" y="T1"/>
                </a:cxn>
                <a:cxn ang="T9">
                  <a:pos x="T2" y="T3"/>
                </a:cxn>
                <a:cxn ang="T10">
                  <a:pos x="T4" y="T5"/>
                </a:cxn>
                <a:cxn ang="T11">
                  <a:pos x="T6" y="T7"/>
                </a:cxn>
              </a:cxnLst>
              <a:rect l="T12" t="T13" r="T14" b="T15"/>
              <a:pathLst>
                <a:path w="97" h="78">
                  <a:moveTo>
                    <a:pt x="0" y="78"/>
                  </a:moveTo>
                  <a:lnTo>
                    <a:pt x="97" y="78"/>
                  </a:lnTo>
                  <a:lnTo>
                    <a:pt x="40" y="0"/>
                  </a:lnTo>
                  <a:lnTo>
                    <a:pt x="0" y="78"/>
                  </a:lnTo>
                  <a:close/>
                </a:path>
              </a:pathLst>
            </a:custGeom>
            <a:solidFill>
              <a:srgbClr val="000000"/>
            </a:solidFill>
            <a:ln w="9525">
              <a:noFill/>
              <a:round/>
              <a:headEnd/>
              <a:tailEnd/>
            </a:ln>
          </p:spPr>
          <p:txBody>
            <a:bodyPr/>
            <a:lstStyle/>
            <a:p>
              <a:endParaRPr lang="en-US"/>
            </a:p>
          </p:txBody>
        </p:sp>
      </p:grpSp>
      <p:sp>
        <p:nvSpPr>
          <p:cNvPr id="36893" name="Rectangle 44"/>
          <p:cNvSpPr>
            <a:spLocks noChangeArrowheads="1"/>
          </p:cNvSpPr>
          <p:nvPr/>
        </p:nvSpPr>
        <p:spPr bwMode="auto">
          <a:xfrm>
            <a:off x="5181600" y="2773363"/>
            <a:ext cx="2497138" cy="304800"/>
          </a:xfrm>
          <a:prstGeom prst="rect">
            <a:avLst/>
          </a:prstGeom>
          <a:noFill/>
          <a:ln w="9525">
            <a:noFill/>
            <a:miter lim="800000"/>
            <a:headEnd/>
            <a:tailEnd/>
          </a:ln>
        </p:spPr>
        <p:txBody>
          <a:bodyPr wrap="none" lIns="0" tIns="0" rIns="0" bIns="0">
            <a:spAutoFit/>
          </a:bodyPr>
          <a:lstStyle/>
          <a:p>
            <a:r>
              <a:rPr lang="en-US" sz="2000"/>
              <a:t>(c) Different cell models</a:t>
            </a:r>
          </a:p>
        </p:txBody>
      </p:sp>
      <p:sp>
        <p:nvSpPr>
          <p:cNvPr id="36894" name="Freeform 45"/>
          <p:cNvSpPr>
            <a:spLocks/>
          </p:cNvSpPr>
          <p:nvPr/>
        </p:nvSpPr>
        <p:spPr bwMode="auto">
          <a:xfrm>
            <a:off x="2590800" y="1371600"/>
            <a:ext cx="1295400" cy="1219200"/>
          </a:xfrm>
          <a:custGeom>
            <a:avLst/>
            <a:gdLst>
              <a:gd name="T0" fmla="*/ 2147483647 w 696"/>
              <a:gd name="T1" fmla="*/ 0 h 632"/>
              <a:gd name="T2" fmla="*/ 2147483647 w 696"/>
              <a:gd name="T3" fmla="*/ 2147483647 h 632"/>
              <a:gd name="T4" fmla="*/ 2147483647 w 696"/>
              <a:gd name="T5" fmla="*/ 2147483647 h 632"/>
              <a:gd name="T6" fmla="*/ 0 w 696"/>
              <a:gd name="T7" fmla="*/ 2147483647 h 632"/>
              <a:gd name="T8" fmla="*/ 2147483647 w 696"/>
              <a:gd name="T9" fmla="*/ 2147483647 h 632"/>
              <a:gd name="T10" fmla="*/ 0 w 696"/>
              <a:gd name="T11" fmla="*/ 2147483647 h 632"/>
              <a:gd name="T12" fmla="*/ 2147483647 w 696"/>
              <a:gd name="T13" fmla="*/ 2147483647 h 632"/>
              <a:gd name="T14" fmla="*/ 2147483647 w 696"/>
              <a:gd name="T15" fmla="*/ 2147483647 h 632"/>
              <a:gd name="T16" fmla="*/ 2147483647 w 696"/>
              <a:gd name="T17" fmla="*/ 2147483647 h 632"/>
              <a:gd name="T18" fmla="*/ 2147483647 w 696"/>
              <a:gd name="T19" fmla="*/ 2147483647 h 632"/>
              <a:gd name="T20" fmla="*/ 2147483647 w 696"/>
              <a:gd name="T21" fmla="*/ 2147483647 h 632"/>
              <a:gd name="T22" fmla="*/ 2147483647 w 696"/>
              <a:gd name="T23" fmla="*/ 2147483647 h 632"/>
              <a:gd name="T24" fmla="*/ 2147483647 w 696"/>
              <a:gd name="T25" fmla="*/ 2147483647 h 632"/>
              <a:gd name="T26" fmla="*/ 2147483647 w 696"/>
              <a:gd name="T27" fmla="*/ 2147483647 h 632"/>
              <a:gd name="T28" fmla="*/ 2147483647 w 696"/>
              <a:gd name="T29" fmla="*/ 0 h 6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96"/>
              <a:gd name="T46" fmla="*/ 0 h 632"/>
              <a:gd name="T47" fmla="*/ 696 w 696"/>
              <a:gd name="T48" fmla="*/ 632 h 63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96" h="632">
                <a:moveTo>
                  <a:pt x="432" y="0"/>
                </a:moveTo>
                <a:cubicBezTo>
                  <a:pt x="368" y="0"/>
                  <a:pt x="160" y="8"/>
                  <a:pt x="96" y="48"/>
                </a:cubicBezTo>
                <a:cubicBezTo>
                  <a:pt x="32" y="88"/>
                  <a:pt x="64" y="184"/>
                  <a:pt x="48" y="240"/>
                </a:cubicBezTo>
                <a:cubicBezTo>
                  <a:pt x="32" y="296"/>
                  <a:pt x="0" y="352"/>
                  <a:pt x="0" y="384"/>
                </a:cubicBezTo>
                <a:cubicBezTo>
                  <a:pt x="0" y="416"/>
                  <a:pt x="48" y="416"/>
                  <a:pt x="48" y="432"/>
                </a:cubicBezTo>
                <a:cubicBezTo>
                  <a:pt x="48" y="448"/>
                  <a:pt x="0" y="456"/>
                  <a:pt x="0" y="480"/>
                </a:cubicBezTo>
                <a:cubicBezTo>
                  <a:pt x="0" y="504"/>
                  <a:pt x="0" y="552"/>
                  <a:pt x="48" y="576"/>
                </a:cubicBezTo>
                <a:cubicBezTo>
                  <a:pt x="96" y="600"/>
                  <a:pt x="224" y="632"/>
                  <a:pt x="288" y="624"/>
                </a:cubicBezTo>
                <a:cubicBezTo>
                  <a:pt x="352" y="616"/>
                  <a:pt x="392" y="552"/>
                  <a:pt x="432" y="528"/>
                </a:cubicBezTo>
                <a:cubicBezTo>
                  <a:pt x="472" y="504"/>
                  <a:pt x="488" y="496"/>
                  <a:pt x="528" y="480"/>
                </a:cubicBezTo>
                <a:cubicBezTo>
                  <a:pt x="568" y="464"/>
                  <a:pt x="648" y="480"/>
                  <a:pt x="672" y="432"/>
                </a:cubicBezTo>
                <a:cubicBezTo>
                  <a:pt x="696" y="384"/>
                  <a:pt x="680" y="248"/>
                  <a:pt x="672" y="192"/>
                </a:cubicBezTo>
                <a:cubicBezTo>
                  <a:pt x="664" y="136"/>
                  <a:pt x="656" y="120"/>
                  <a:pt x="624" y="96"/>
                </a:cubicBezTo>
                <a:cubicBezTo>
                  <a:pt x="592" y="72"/>
                  <a:pt x="512" y="64"/>
                  <a:pt x="480" y="48"/>
                </a:cubicBezTo>
                <a:cubicBezTo>
                  <a:pt x="448" y="32"/>
                  <a:pt x="496" y="0"/>
                  <a:pt x="432" y="0"/>
                </a:cubicBezTo>
                <a:close/>
              </a:path>
            </a:pathLst>
          </a:custGeom>
          <a:solidFill>
            <a:srgbClr val="99FF99">
              <a:alpha val="50195"/>
            </a:srgbClr>
          </a:solidFill>
          <a:ln w="9525">
            <a:solidFill>
              <a:schemeClr val="tx1"/>
            </a:solidFill>
            <a:round/>
            <a:headEnd/>
            <a:tailEnd/>
          </a:ln>
        </p:spPr>
        <p:txBody>
          <a:bodyPr wrap="none" anchor="ctr"/>
          <a:lstStyle/>
          <a:p>
            <a:endParaRPr lang="en-US"/>
          </a:p>
        </p:txBody>
      </p:sp>
      <p:sp>
        <p:nvSpPr>
          <p:cNvPr id="36895" name="AutoShape 46"/>
          <p:cNvSpPr>
            <a:spLocks noChangeArrowheads="1"/>
          </p:cNvSpPr>
          <p:nvPr/>
        </p:nvSpPr>
        <p:spPr bwMode="auto">
          <a:xfrm>
            <a:off x="762000" y="3429000"/>
            <a:ext cx="3048000" cy="2514600"/>
          </a:xfrm>
          <a:prstGeom prst="hexagon">
            <a:avLst>
              <a:gd name="adj" fmla="val 30303"/>
              <a:gd name="vf" fmla="val 115470"/>
            </a:avLst>
          </a:prstGeom>
          <a:solidFill>
            <a:schemeClr val="accent2"/>
          </a:solidFill>
          <a:ln w="9525">
            <a:solidFill>
              <a:schemeClr val="tx1"/>
            </a:solidFill>
            <a:miter lim="800000"/>
            <a:headEnd/>
            <a:tailEnd/>
          </a:ln>
        </p:spPr>
        <p:txBody>
          <a:bodyPr wrap="none" anchor="ctr"/>
          <a:lstStyle/>
          <a:p>
            <a:pPr algn="ctr"/>
            <a:r>
              <a:rPr lang="en-US" sz="4000" b="1" dirty="0">
                <a:solidFill>
                  <a:schemeClr val="bg1"/>
                </a:solidFill>
              </a:rPr>
              <a:t>Factitious</a:t>
            </a:r>
          </a:p>
        </p:txBody>
      </p:sp>
      <p:sp>
        <p:nvSpPr>
          <p:cNvPr id="36896" name="Text Box 47"/>
          <p:cNvSpPr txBox="1">
            <a:spLocks noChangeArrowheads="1"/>
          </p:cNvSpPr>
          <p:nvPr/>
        </p:nvSpPr>
        <p:spPr bwMode="auto">
          <a:xfrm>
            <a:off x="4800600" y="3962400"/>
            <a:ext cx="4038600" cy="822325"/>
          </a:xfrm>
          <a:prstGeom prst="rect">
            <a:avLst/>
          </a:prstGeom>
          <a:solidFill>
            <a:srgbClr val="CC3300"/>
          </a:solidFill>
          <a:ln w="9525">
            <a:noFill/>
            <a:miter lim="800000"/>
            <a:headEnd/>
            <a:tailEnd/>
          </a:ln>
        </p:spPr>
        <p:txBody>
          <a:bodyPr>
            <a:spAutoFit/>
          </a:bodyPr>
          <a:lstStyle/>
          <a:p>
            <a:pPr>
              <a:spcBef>
                <a:spcPct val="50000"/>
              </a:spcBef>
            </a:pPr>
            <a:r>
              <a:rPr lang="en-US">
                <a:solidFill>
                  <a:schemeClr val="bg1"/>
                </a:solidFill>
              </a:rPr>
              <a:t>Why hexagonal cell is used by a network planar?</a:t>
            </a:r>
          </a:p>
        </p:txBody>
      </p:sp>
    </p:spTree>
  </p:cSld>
  <p:clrMapOvr>
    <a:masterClrMapping/>
  </p:clrMapOvr>
  <p:transition spd="med">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p:cNvSpPr>
            <a:spLocks noGrp="1"/>
          </p:cNvSpPr>
          <p:nvPr>
            <p:ph type="sldNum" sz="quarter" idx="12"/>
          </p:nvPr>
        </p:nvSpPr>
        <p:spPr>
          <a:noFill/>
        </p:spPr>
        <p:txBody>
          <a:bodyPr/>
          <a:lstStyle/>
          <a:p>
            <a:fld id="{FDEA37AA-630F-4848-B21B-AD3D2A9E8CE5}" type="slidenum">
              <a:rPr lang="en-US" smtClean="0"/>
              <a:pPr/>
              <a:t>24</a:t>
            </a:fld>
            <a:endParaRPr lang="en-US"/>
          </a:p>
        </p:txBody>
      </p:sp>
      <p:sp>
        <p:nvSpPr>
          <p:cNvPr id="37891" name="Oval 2"/>
          <p:cNvSpPr>
            <a:spLocks noChangeArrowheads="1"/>
          </p:cNvSpPr>
          <p:nvPr/>
        </p:nvSpPr>
        <p:spPr bwMode="auto">
          <a:xfrm>
            <a:off x="6962725" y="1798638"/>
            <a:ext cx="1208087" cy="1092200"/>
          </a:xfrm>
          <a:prstGeom prst="ellipse">
            <a:avLst/>
          </a:prstGeom>
          <a:solidFill>
            <a:srgbClr val="339933"/>
          </a:solidFill>
          <a:ln w="25400">
            <a:solidFill>
              <a:schemeClr val="tx1"/>
            </a:solidFill>
            <a:round/>
            <a:headEnd/>
            <a:tailEnd/>
          </a:ln>
        </p:spPr>
        <p:txBody>
          <a:bodyPr wrap="none" anchor="ctr"/>
          <a:lstStyle/>
          <a:p>
            <a:endParaRPr lang="en-US"/>
          </a:p>
        </p:txBody>
      </p:sp>
      <p:grpSp>
        <p:nvGrpSpPr>
          <p:cNvPr id="37892" name="Group 4"/>
          <p:cNvGrpSpPr>
            <a:grpSpLocks/>
          </p:cNvGrpSpPr>
          <p:nvPr/>
        </p:nvGrpSpPr>
        <p:grpSpPr bwMode="auto">
          <a:xfrm>
            <a:off x="838200" y="914400"/>
            <a:ext cx="1752600" cy="1752600"/>
            <a:chOff x="960" y="1152"/>
            <a:chExt cx="1104" cy="1104"/>
          </a:xfrm>
        </p:grpSpPr>
        <p:sp>
          <p:nvSpPr>
            <p:cNvPr id="37908" name="AutoShape 5"/>
            <p:cNvSpPr>
              <a:spLocks noChangeArrowheads="1"/>
            </p:cNvSpPr>
            <p:nvPr/>
          </p:nvSpPr>
          <p:spPr bwMode="auto">
            <a:xfrm>
              <a:off x="1429" y="1152"/>
              <a:ext cx="635" cy="547"/>
            </a:xfrm>
            <a:prstGeom prst="hexagon">
              <a:avLst>
                <a:gd name="adj" fmla="val 29017"/>
                <a:gd name="vf" fmla="val 115470"/>
              </a:avLst>
            </a:prstGeom>
            <a:solidFill>
              <a:srgbClr val="0000FF"/>
            </a:solidFill>
            <a:ln w="12700">
              <a:solidFill>
                <a:schemeClr val="tx1"/>
              </a:solidFill>
              <a:miter lim="800000"/>
              <a:headEnd/>
              <a:tailEnd/>
            </a:ln>
          </p:spPr>
          <p:txBody>
            <a:bodyPr wrap="none" anchor="ctr"/>
            <a:lstStyle/>
            <a:p>
              <a:endParaRPr lang="en-US"/>
            </a:p>
          </p:txBody>
        </p:sp>
        <p:sp>
          <p:nvSpPr>
            <p:cNvPr id="37909" name="AutoShape 6"/>
            <p:cNvSpPr>
              <a:spLocks noChangeArrowheads="1"/>
            </p:cNvSpPr>
            <p:nvPr/>
          </p:nvSpPr>
          <p:spPr bwMode="auto">
            <a:xfrm>
              <a:off x="1429" y="1709"/>
              <a:ext cx="635" cy="547"/>
            </a:xfrm>
            <a:prstGeom prst="hexagon">
              <a:avLst>
                <a:gd name="adj" fmla="val 29017"/>
                <a:gd name="vf" fmla="val 115470"/>
              </a:avLst>
            </a:prstGeom>
            <a:solidFill>
              <a:srgbClr val="339933"/>
            </a:solidFill>
            <a:ln w="12700">
              <a:solidFill>
                <a:schemeClr val="tx1"/>
              </a:solidFill>
              <a:miter lim="800000"/>
              <a:headEnd/>
              <a:tailEnd/>
            </a:ln>
          </p:spPr>
          <p:txBody>
            <a:bodyPr wrap="none" anchor="ctr"/>
            <a:lstStyle/>
            <a:p>
              <a:endParaRPr lang="en-US"/>
            </a:p>
          </p:txBody>
        </p:sp>
        <p:sp>
          <p:nvSpPr>
            <p:cNvPr id="37910" name="AutoShape 7"/>
            <p:cNvSpPr>
              <a:spLocks noChangeArrowheads="1"/>
            </p:cNvSpPr>
            <p:nvPr/>
          </p:nvSpPr>
          <p:spPr bwMode="auto">
            <a:xfrm>
              <a:off x="960" y="1430"/>
              <a:ext cx="635" cy="548"/>
            </a:xfrm>
            <a:prstGeom prst="hexagon">
              <a:avLst>
                <a:gd name="adj" fmla="val 28964"/>
                <a:gd name="vf" fmla="val 115470"/>
              </a:avLst>
            </a:prstGeom>
            <a:solidFill>
              <a:srgbClr val="FF99FF"/>
            </a:solidFill>
            <a:ln w="12700">
              <a:solidFill>
                <a:schemeClr val="tx1"/>
              </a:solidFill>
              <a:miter lim="800000"/>
              <a:headEnd/>
              <a:tailEnd/>
            </a:ln>
          </p:spPr>
          <p:txBody>
            <a:bodyPr wrap="none" anchor="ctr"/>
            <a:lstStyle/>
            <a:p>
              <a:endParaRPr lang="en-US"/>
            </a:p>
          </p:txBody>
        </p:sp>
      </p:grpSp>
      <p:sp>
        <p:nvSpPr>
          <p:cNvPr id="37893" name="Freeform 8"/>
          <p:cNvSpPr>
            <a:spLocks/>
          </p:cNvSpPr>
          <p:nvPr/>
        </p:nvSpPr>
        <p:spPr bwMode="auto">
          <a:xfrm>
            <a:off x="4700588" y="4384675"/>
            <a:ext cx="1395412" cy="1635125"/>
          </a:xfrm>
          <a:custGeom>
            <a:avLst/>
            <a:gdLst>
              <a:gd name="T0" fmla="*/ 2147483647 w 1116"/>
              <a:gd name="T1" fmla="*/ 2147483647 h 1231"/>
              <a:gd name="T2" fmla="*/ 2147483647 w 1116"/>
              <a:gd name="T3" fmla="*/ 2147483647 h 1231"/>
              <a:gd name="T4" fmla="*/ 2147483647 w 1116"/>
              <a:gd name="T5" fmla="*/ 2147483647 h 1231"/>
              <a:gd name="T6" fmla="*/ 2147483647 w 1116"/>
              <a:gd name="T7" fmla="*/ 2147483647 h 1231"/>
              <a:gd name="T8" fmla="*/ 2147483647 w 1116"/>
              <a:gd name="T9" fmla="*/ 2147483647 h 1231"/>
              <a:gd name="T10" fmla="*/ 2147483647 w 1116"/>
              <a:gd name="T11" fmla="*/ 2147483647 h 1231"/>
              <a:gd name="T12" fmla="*/ 2147483647 w 1116"/>
              <a:gd name="T13" fmla="*/ 2147483647 h 1231"/>
              <a:gd name="T14" fmla="*/ 2147483647 w 1116"/>
              <a:gd name="T15" fmla="*/ 2147483647 h 1231"/>
              <a:gd name="T16" fmla="*/ 2147483647 w 1116"/>
              <a:gd name="T17" fmla="*/ 2147483647 h 1231"/>
              <a:gd name="T18" fmla="*/ 2147483647 w 1116"/>
              <a:gd name="T19" fmla="*/ 2147483647 h 1231"/>
              <a:gd name="T20" fmla="*/ 2147483647 w 1116"/>
              <a:gd name="T21" fmla="*/ 2147483647 h 1231"/>
              <a:gd name="T22" fmla="*/ 2147483647 w 1116"/>
              <a:gd name="T23" fmla="*/ 2147483647 h 1231"/>
              <a:gd name="T24" fmla="*/ 2147483647 w 1116"/>
              <a:gd name="T25" fmla="*/ 2147483647 h 1231"/>
              <a:gd name="T26" fmla="*/ 2147483647 w 1116"/>
              <a:gd name="T27" fmla="*/ 0 h 1231"/>
              <a:gd name="T28" fmla="*/ 2147483647 w 1116"/>
              <a:gd name="T29" fmla="*/ 2147483647 h 1231"/>
              <a:gd name="T30" fmla="*/ 2147483647 w 1116"/>
              <a:gd name="T31" fmla="*/ 2147483647 h 1231"/>
              <a:gd name="T32" fmla="*/ 2147483647 w 1116"/>
              <a:gd name="T33" fmla="*/ 2147483647 h 1231"/>
              <a:gd name="T34" fmla="*/ 2147483647 w 1116"/>
              <a:gd name="T35" fmla="*/ 2147483647 h 1231"/>
              <a:gd name="T36" fmla="*/ 2147483647 w 1116"/>
              <a:gd name="T37" fmla="*/ 2147483647 h 1231"/>
              <a:gd name="T38" fmla="*/ 2147483647 w 1116"/>
              <a:gd name="T39" fmla="*/ 2147483647 h 1231"/>
              <a:gd name="T40" fmla="*/ 2147483647 w 1116"/>
              <a:gd name="T41" fmla="*/ 2147483647 h 1231"/>
              <a:gd name="T42" fmla="*/ 2147483647 w 1116"/>
              <a:gd name="T43" fmla="*/ 2147483647 h 1231"/>
              <a:gd name="T44" fmla="*/ 2147483647 w 1116"/>
              <a:gd name="T45" fmla="*/ 2147483647 h 1231"/>
              <a:gd name="T46" fmla="*/ 2147483647 w 1116"/>
              <a:gd name="T47" fmla="*/ 2147483647 h 1231"/>
              <a:gd name="T48" fmla="*/ 2147483647 w 1116"/>
              <a:gd name="T49" fmla="*/ 2147483647 h 1231"/>
              <a:gd name="T50" fmla="*/ 2147483647 w 1116"/>
              <a:gd name="T51" fmla="*/ 2147483647 h 1231"/>
              <a:gd name="T52" fmla="*/ 2147483647 w 1116"/>
              <a:gd name="T53" fmla="*/ 2147483647 h 1231"/>
              <a:gd name="T54" fmla="*/ 2147483647 w 1116"/>
              <a:gd name="T55" fmla="*/ 2147483647 h 1231"/>
              <a:gd name="T56" fmla="*/ 2147483647 w 1116"/>
              <a:gd name="T57" fmla="*/ 2147483647 h 1231"/>
              <a:gd name="T58" fmla="*/ 2147483647 w 1116"/>
              <a:gd name="T59" fmla="*/ 2147483647 h 1231"/>
              <a:gd name="T60" fmla="*/ 2147483647 w 1116"/>
              <a:gd name="T61" fmla="*/ 2147483647 h 1231"/>
              <a:gd name="T62" fmla="*/ 2147483647 w 1116"/>
              <a:gd name="T63" fmla="*/ 2147483647 h 1231"/>
              <a:gd name="T64" fmla="*/ 2147483647 w 1116"/>
              <a:gd name="T65" fmla="*/ 2147483647 h 1231"/>
              <a:gd name="T66" fmla="*/ 2147483647 w 1116"/>
              <a:gd name="T67" fmla="*/ 2147483647 h 1231"/>
              <a:gd name="T68" fmla="*/ 2147483647 w 1116"/>
              <a:gd name="T69" fmla="*/ 2147483647 h 1231"/>
              <a:gd name="T70" fmla="*/ 2147483647 w 1116"/>
              <a:gd name="T71" fmla="*/ 2147483647 h 1231"/>
              <a:gd name="T72" fmla="*/ 2147483647 w 1116"/>
              <a:gd name="T73" fmla="*/ 2147483647 h 1231"/>
              <a:gd name="T74" fmla="*/ 2147483647 w 1116"/>
              <a:gd name="T75" fmla="*/ 2147483647 h 1231"/>
              <a:gd name="T76" fmla="*/ 2147483647 w 1116"/>
              <a:gd name="T77" fmla="*/ 2147483647 h 1231"/>
              <a:gd name="T78" fmla="*/ 2147483647 w 1116"/>
              <a:gd name="T79" fmla="*/ 2147483647 h 1231"/>
              <a:gd name="T80" fmla="*/ 2147483647 w 1116"/>
              <a:gd name="T81" fmla="*/ 2147483647 h 1231"/>
              <a:gd name="T82" fmla="*/ 2147483647 w 1116"/>
              <a:gd name="T83" fmla="*/ 2147483647 h 1231"/>
              <a:gd name="T84" fmla="*/ 2147483647 w 1116"/>
              <a:gd name="T85" fmla="*/ 2147483647 h 1231"/>
              <a:gd name="T86" fmla="*/ 2147483647 w 1116"/>
              <a:gd name="T87" fmla="*/ 2147483647 h 1231"/>
              <a:gd name="T88" fmla="*/ 2147483647 w 1116"/>
              <a:gd name="T89" fmla="*/ 2147483647 h 1231"/>
              <a:gd name="T90" fmla="*/ 2147483647 w 1116"/>
              <a:gd name="T91" fmla="*/ 2147483647 h 1231"/>
              <a:gd name="T92" fmla="*/ 2147483647 w 1116"/>
              <a:gd name="T93" fmla="*/ 2147483647 h 1231"/>
              <a:gd name="T94" fmla="*/ 2147483647 w 1116"/>
              <a:gd name="T95" fmla="*/ 2147483647 h 123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116"/>
              <a:gd name="T145" fmla="*/ 0 h 1231"/>
              <a:gd name="T146" fmla="*/ 1116 w 1116"/>
              <a:gd name="T147" fmla="*/ 1231 h 123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116" h="1231">
                <a:moveTo>
                  <a:pt x="56" y="663"/>
                </a:moveTo>
                <a:lnTo>
                  <a:pt x="106" y="680"/>
                </a:lnTo>
                <a:lnTo>
                  <a:pt x="148" y="684"/>
                </a:lnTo>
                <a:lnTo>
                  <a:pt x="201" y="683"/>
                </a:lnTo>
                <a:lnTo>
                  <a:pt x="228" y="675"/>
                </a:lnTo>
                <a:lnTo>
                  <a:pt x="267" y="664"/>
                </a:lnTo>
                <a:lnTo>
                  <a:pt x="299" y="628"/>
                </a:lnTo>
                <a:lnTo>
                  <a:pt x="331" y="592"/>
                </a:lnTo>
                <a:lnTo>
                  <a:pt x="335" y="564"/>
                </a:lnTo>
                <a:lnTo>
                  <a:pt x="342" y="534"/>
                </a:lnTo>
                <a:lnTo>
                  <a:pt x="345" y="492"/>
                </a:lnTo>
                <a:lnTo>
                  <a:pt x="347" y="450"/>
                </a:lnTo>
                <a:lnTo>
                  <a:pt x="336" y="411"/>
                </a:lnTo>
                <a:lnTo>
                  <a:pt x="325" y="373"/>
                </a:lnTo>
                <a:lnTo>
                  <a:pt x="329" y="331"/>
                </a:lnTo>
                <a:lnTo>
                  <a:pt x="331" y="288"/>
                </a:lnTo>
                <a:lnTo>
                  <a:pt x="321" y="249"/>
                </a:lnTo>
                <a:lnTo>
                  <a:pt x="324" y="208"/>
                </a:lnTo>
                <a:lnTo>
                  <a:pt x="339" y="162"/>
                </a:lnTo>
                <a:lnTo>
                  <a:pt x="354" y="117"/>
                </a:lnTo>
                <a:lnTo>
                  <a:pt x="376" y="98"/>
                </a:lnTo>
                <a:lnTo>
                  <a:pt x="400" y="77"/>
                </a:lnTo>
                <a:lnTo>
                  <a:pt x="405" y="49"/>
                </a:lnTo>
                <a:lnTo>
                  <a:pt x="431" y="41"/>
                </a:lnTo>
                <a:lnTo>
                  <a:pt x="471" y="31"/>
                </a:lnTo>
                <a:lnTo>
                  <a:pt x="509" y="21"/>
                </a:lnTo>
                <a:lnTo>
                  <a:pt x="548" y="11"/>
                </a:lnTo>
                <a:lnTo>
                  <a:pt x="586" y="0"/>
                </a:lnTo>
                <a:lnTo>
                  <a:pt x="627" y="3"/>
                </a:lnTo>
                <a:lnTo>
                  <a:pt x="673" y="19"/>
                </a:lnTo>
                <a:lnTo>
                  <a:pt x="715" y="21"/>
                </a:lnTo>
                <a:lnTo>
                  <a:pt x="734" y="43"/>
                </a:lnTo>
                <a:lnTo>
                  <a:pt x="765" y="48"/>
                </a:lnTo>
                <a:lnTo>
                  <a:pt x="813" y="77"/>
                </a:lnTo>
                <a:lnTo>
                  <a:pt x="832" y="100"/>
                </a:lnTo>
                <a:lnTo>
                  <a:pt x="866" y="118"/>
                </a:lnTo>
                <a:lnTo>
                  <a:pt x="908" y="121"/>
                </a:lnTo>
                <a:lnTo>
                  <a:pt x="928" y="143"/>
                </a:lnTo>
                <a:lnTo>
                  <a:pt x="961" y="161"/>
                </a:lnTo>
                <a:lnTo>
                  <a:pt x="980" y="184"/>
                </a:lnTo>
                <a:lnTo>
                  <a:pt x="1000" y="206"/>
                </a:lnTo>
                <a:lnTo>
                  <a:pt x="1023" y="241"/>
                </a:lnTo>
                <a:lnTo>
                  <a:pt x="1046" y="276"/>
                </a:lnTo>
                <a:lnTo>
                  <a:pt x="1069" y="312"/>
                </a:lnTo>
                <a:lnTo>
                  <a:pt x="1082" y="363"/>
                </a:lnTo>
                <a:lnTo>
                  <a:pt x="1104" y="386"/>
                </a:lnTo>
                <a:lnTo>
                  <a:pt x="1115" y="425"/>
                </a:lnTo>
                <a:lnTo>
                  <a:pt x="1098" y="470"/>
                </a:lnTo>
                <a:lnTo>
                  <a:pt x="1082" y="516"/>
                </a:lnTo>
                <a:lnTo>
                  <a:pt x="1068" y="561"/>
                </a:lnTo>
                <a:lnTo>
                  <a:pt x="1045" y="580"/>
                </a:lnTo>
                <a:lnTo>
                  <a:pt x="1039" y="610"/>
                </a:lnTo>
                <a:lnTo>
                  <a:pt x="1016" y="629"/>
                </a:lnTo>
                <a:lnTo>
                  <a:pt x="993" y="650"/>
                </a:lnTo>
                <a:lnTo>
                  <a:pt x="959" y="673"/>
                </a:lnTo>
                <a:lnTo>
                  <a:pt x="926" y="709"/>
                </a:lnTo>
                <a:lnTo>
                  <a:pt x="908" y="743"/>
                </a:lnTo>
                <a:lnTo>
                  <a:pt x="885" y="761"/>
                </a:lnTo>
                <a:lnTo>
                  <a:pt x="880" y="791"/>
                </a:lnTo>
                <a:lnTo>
                  <a:pt x="873" y="821"/>
                </a:lnTo>
                <a:lnTo>
                  <a:pt x="872" y="863"/>
                </a:lnTo>
                <a:lnTo>
                  <a:pt x="869" y="905"/>
                </a:lnTo>
                <a:lnTo>
                  <a:pt x="850" y="936"/>
                </a:lnTo>
                <a:lnTo>
                  <a:pt x="845" y="966"/>
                </a:lnTo>
                <a:lnTo>
                  <a:pt x="824" y="999"/>
                </a:lnTo>
                <a:lnTo>
                  <a:pt x="806" y="1032"/>
                </a:lnTo>
                <a:lnTo>
                  <a:pt x="771" y="1054"/>
                </a:lnTo>
                <a:lnTo>
                  <a:pt x="739" y="1090"/>
                </a:lnTo>
                <a:lnTo>
                  <a:pt x="695" y="1130"/>
                </a:lnTo>
                <a:lnTo>
                  <a:pt x="672" y="1150"/>
                </a:lnTo>
                <a:lnTo>
                  <a:pt x="624" y="1177"/>
                </a:lnTo>
                <a:lnTo>
                  <a:pt x="602" y="1197"/>
                </a:lnTo>
                <a:lnTo>
                  <a:pt x="566" y="1219"/>
                </a:lnTo>
                <a:lnTo>
                  <a:pt x="529" y="1230"/>
                </a:lnTo>
                <a:lnTo>
                  <a:pt x="487" y="1228"/>
                </a:lnTo>
                <a:lnTo>
                  <a:pt x="428" y="1216"/>
                </a:lnTo>
                <a:lnTo>
                  <a:pt x="401" y="1222"/>
                </a:lnTo>
                <a:lnTo>
                  <a:pt x="360" y="1219"/>
                </a:lnTo>
                <a:lnTo>
                  <a:pt x="327" y="1200"/>
                </a:lnTo>
                <a:lnTo>
                  <a:pt x="298" y="1195"/>
                </a:lnTo>
                <a:lnTo>
                  <a:pt x="278" y="1172"/>
                </a:lnTo>
                <a:lnTo>
                  <a:pt x="268" y="1133"/>
                </a:lnTo>
                <a:lnTo>
                  <a:pt x="228" y="1090"/>
                </a:lnTo>
                <a:lnTo>
                  <a:pt x="209" y="1067"/>
                </a:lnTo>
                <a:lnTo>
                  <a:pt x="172" y="1035"/>
                </a:lnTo>
                <a:lnTo>
                  <a:pt x="136" y="1003"/>
                </a:lnTo>
                <a:lnTo>
                  <a:pt x="112" y="968"/>
                </a:lnTo>
                <a:lnTo>
                  <a:pt x="90" y="933"/>
                </a:lnTo>
                <a:lnTo>
                  <a:pt x="65" y="898"/>
                </a:lnTo>
                <a:lnTo>
                  <a:pt x="44" y="862"/>
                </a:lnTo>
                <a:lnTo>
                  <a:pt x="33" y="824"/>
                </a:lnTo>
                <a:lnTo>
                  <a:pt x="10" y="789"/>
                </a:lnTo>
                <a:lnTo>
                  <a:pt x="0" y="750"/>
                </a:lnTo>
                <a:lnTo>
                  <a:pt x="14" y="704"/>
                </a:lnTo>
                <a:lnTo>
                  <a:pt x="37" y="686"/>
                </a:lnTo>
                <a:lnTo>
                  <a:pt x="63" y="679"/>
                </a:lnTo>
                <a:lnTo>
                  <a:pt x="56" y="652"/>
                </a:lnTo>
              </a:path>
            </a:pathLst>
          </a:custGeom>
          <a:solidFill>
            <a:srgbClr val="339933"/>
          </a:solidFill>
          <a:ln w="12700" cap="rnd">
            <a:solidFill>
              <a:schemeClr val="tx1"/>
            </a:solidFill>
            <a:round/>
            <a:headEnd/>
            <a:tailEnd/>
          </a:ln>
        </p:spPr>
        <p:txBody>
          <a:bodyPr/>
          <a:lstStyle/>
          <a:p>
            <a:endParaRPr lang="en-US"/>
          </a:p>
        </p:txBody>
      </p:sp>
      <p:sp>
        <p:nvSpPr>
          <p:cNvPr id="37894" name="Freeform 9"/>
          <p:cNvSpPr>
            <a:spLocks/>
          </p:cNvSpPr>
          <p:nvPr/>
        </p:nvSpPr>
        <p:spPr bwMode="auto">
          <a:xfrm>
            <a:off x="4441825" y="3810000"/>
            <a:ext cx="1155700" cy="1262063"/>
          </a:xfrm>
          <a:custGeom>
            <a:avLst/>
            <a:gdLst>
              <a:gd name="T0" fmla="*/ 2147483647 w 924"/>
              <a:gd name="T1" fmla="*/ 2147483647 h 950"/>
              <a:gd name="T2" fmla="*/ 2147483647 w 924"/>
              <a:gd name="T3" fmla="*/ 2147483647 h 950"/>
              <a:gd name="T4" fmla="*/ 2147483647 w 924"/>
              <a:gd name="T5" fmla="*/ 2147483647 h 950"/>
              <a:gd name="T6" fmla="*/ 0 w 924"/>
              <a:gd name="T7" fmla="*/ 2147483647 h 950"/>
              <a:gd name="T8" fmla="*/ 2147483647 w 924"/>
              <a:gd name="T9" fmla="*/ 2147483647 h 950"/>
              <a:gd name="T10" fmla="*/ 2147483647 w 924"/>
              <a:gd name="T11" fmla="*/ 2147483647 h 950"/>
              <a:gd name="T12" fmla="*/ 2147483647 w 924"/>
              <a:gd name="T13" fmla="*/ 2147483647 h 950"/>
              <a:gd name="T14" fmla="*/ 2147483647 w 924"/>
              <a:gd name="T15" fmla="*/ 2147483647 h 950"/>
              <a:gd name="T16" fmla="*/ 2147483647 w 924"/>
              <a:gd name="T17" fmla="*/ 2147483647 h 950"/>
              <a:gd name="T18" fmla="*/ 2147483647 w 924"/>
              <a:gd name="T19" fmla="*/ 2147483647 h 950"/>
              <a:gd name="T20" fmla="*/ 2147483647 w 924"/>
              <a:gd name="T21" fmla="*/ 2147483647 h 950"/>
              <a:gd name="T22" fmla="*/ 2147483647 w 924"/>
              <a:gd name="T23" fmla="*/ 2147483647 h 950"/>
              <a:gd name="T24" fmla="*/ 2147483647 w 924"/>
              <a:gd name="T25" fmla="*/ 2147483647 h 950"/>
              <a:gd name="T26" fmla="*/ 2147483647 w 924"/>
              <a:gd name="T27" fmla="*/ 2147483647 h 950"/>
              <a:gd name="T28" fmla="*/ 2147483647 w 924"/>
              <a:gd name="T29" fmla="*/ 2147483647 h 950"/>
              <a:gd name="T30" fmla="*/ 2147483647 w 924"/>
              <a:gd name="T31" fmla="*/ 2147483647 h 950"/>
              <a:gd name="T32" fmla="*/ 2147483647 w 924"/>
              <a:gd name="T33" fmla="*/ 2147483647 h 950"/>
              <a:gd name="T34" fmla="*/ 2147483647 w 924"/>
              <a:gd name="T35" fmla="*/ 2147483647 h 950"/>
              <a:gd name="T36" fmla="*/ 2147483647 w 924"/>
              <a:gd name="T37" fmla="*/ 2147483647 h 950"/>
              <a:gd name="T38" fmla="*/ 2147483647 w 924"/>
              <a:gd name="T39" fmla="*/ 2147483647 h 950"/>
              <a:gd name="T40" fmla="*/ 2147483647 w 924"/>
              <a:gd name="T41" fmla="*/ 2147483647 h 950"/>
              <a:gd name="T42" fmla="*/ 2147483647 w 924"/>
              <a:gd name="T43" fmla="*/ 0 h 950"/>
              <a:gd name="T44" fmla="*/ 2147483647 w 924"/>
              <a:gd name="T45" fmla="*/ 2147483647 h 950"/>
              <a:gd name="T46" fmla="*/ 2147483647 w 924"/>
              <a:gd name="T47" fmla="*/ 2147483647 h 950"/>
              <a:gd name="T48" fmla="*/ 2147483647 w 924"/>
              <a:gd name="T49" fmla="*/ 2147483647 h 950"/>
              <a:gd name="T50" fmla="*/ 2147483647 w 924"/>
              <a:gd name="T51" fmla="*/ 2147483647 h 950"/>
              <a:gd name="T52" fmla="*/ 2147483647 w 924"/>
              <a:gd name="T53" fmla="*/ 2147483647 h 950"/>
              <a:gd name="T54" fmla="*/ 2147483647 w 924"/>
              <a:gd name="T55" fmla="*/ 2147483647 h 950"/>
              <a:gd name="T56" fmla="*/ 2147483647 w 924"/>
              <a:gd name="T57" fmla="*/ 2147483647 h 950"/>
              <a:gd name="T58" fmla="*/ 2147483647 w 924"/>
              <a:gd name="T59" fmla="*/ 2147483647 h 950"/>
              <a:gd name="T60" fmla="*/ 2147483647 w 924"/>
              <a:gd name="T61" fmla="*/ 2147483647 h 950"/>
              <a:gd name="T62" fmla="*/ 2147483647 w 924"/>
              <a:gd name="T63" fmla="*/ 2147483647 h 950"/>
              <a:gd name="T64" fmla="*/ 2147483647 w 924"/>
              <a:gd name="T65" fmla="*/ 2147483647 h 950"/>
              <a:gd name="T66" fmla="*/ 2147483647 w 924"/>
              <a:gd name="T67" fmla="*/ 2147483647 h 950"/>
              <a:gd name="T68" fmla="*/ 2147483647 w 924"/>
              <a:gd name="T69" fmla="*/ 2147483647 h 950"/>
              <a:gd name="T70" fmla="*/ 2147483647 w 924"/>
              <a:gd name="T71" fmla="*/ 2147483647 h 950"/>
              <a:gd name="T72" fmla="*/ 2147483647 w 924"/>
              <a:gd name="T73" fmla="*/ 2147483647 h 950"/>
              <a:gd name="T74" fmla="*/ 2147483647 w 924"/>
              <a:gd name="T75" fmla="*/ 2147483647 h 950"/>
              <a:gd name="T76" fmla="*/ 2147483647 w 924"/>
              <a:gd name="T77" fmla="*/ 2147483647 h 950"/>
              <a:gd name="T78" fmla="*/ 2147483647 w 924"/>
              <a:gd name="T79" fmla="*/ 2147483647 h 950"/>
              <a:gd name="T80" fmla="*/ 2147483647 w 924"/>
              <a:gd name="T81" fmla="*/ 2147483647 h 950"/>
              <a:gd name="T82" fmla="*/ 2147483647 w 924"/>
              <a:gd name="T83" fmla="*/ 2147483647 h 950"/>
              <a:gd name="T84" fmla="*/ 2147483647 w 924"/>
              <a:gd name="T85" fmla="*/ 2147483647 h 950"/>
              <a:gd name="T86" fmla="*/ 2147483647 w 924"/>
              <a:gd name="T87" fmla="*/ 2147483647 h 950"/>
              <a:gd name="T88" fmla="*/ 2147483647 w 924"/>
              <a:gd name="T89" fmla="*/ 2147483647 h 950"/>
              <a:gd name="T90" fmla="*/ 2147483647 w 924"/>
              <a:gd name="T91" fmla="*/ 2147483647 h 950"/>
              <a:gd name="T92" fmla="*/ 2147483647 w 924"/>
              <a:gd name="T93" fmla="*/ 2147483647 h 950"/>
              <a:gd name="T94" fmla="*/ 2147483647 w 924"/>
              <a:gd name="T95" fmla="*/ 2147483647 h 950"/>
              <a:gd name="T96" fmla="*/ 2147483647 w 924"/>
              <a:gd name="T97" fmla="*/ 2147483647 h 950"/>
              <a:gd name="T98" fmla="*/ 2147483647 w 924"/>
              <a:gd name="T99" fmla="*/ 2147483647 h 950"/>
              <a:gd name="T100" fmla="*/ 2147483647 w 924"/>
              <a:gd name="T101" fmla="*/ 2147483647 h 950"/>
              <a:gd name="T102" fmla="*/ 2147483647 w 924"/>
              <a:gd name="T103" fmla="*/ 2147483647 h 950"/>
              <a:gd name="T104" fmla="*/ 2147483647 w 924"/>
              <a:gd name="T105" fmla="*/ 2147483647 h 950"/>
              <a:gd name="T106" fmla="*/ 2147483647 w 924"/>
              <a:gd name="T107" fmla="*/ 2147483647 h 950"/>
              <a:gd name="T108" fmla="*/ 2147483647 w 924"/>
              <a:gd name="T109" fmla="*/ 2147483647 h 950"/>
              <a:gd name="T110" fmla="*/ 2147483647 w 924"/>
              <a:gd name="T111" fmla="*/ 2147483647 h 950"/>
              <a:gd name="T112" fmla="*/ 2147483647 w 924"/>
              <a:gd name="T113" fmla="*/ 2147483647 h 950"/>
              <a:gd name="T114" fmla="*/ 2147483647 w 924"/>
              <a:gd name="T115" fmla="*/ 2147483647 h 950"/>
              <a:gd name="T116" fmla="*/ 2147483647 w 924"/>
              <a:gd name="T117" fmla="*/ 2147483647 h 950"/>
              <a:gd name="T118" fmla="*/ 2147483647 w 924"/>
              <a:gd name="T119" fmla="*/ 2147483647 h 950"/>
              <a:gd name="T120" fmla="*/ 2147483647 w 924"/>
              <a:gd name="T121" fmla="*/ 2147483647 h 950"/>
              <a:gd name="T122" fmla="*/ 2147483647 w 924"/>
              <a:gd name="T123" fmla="*/ 2147483647 h 950"/>
              <a:gd name="T124" fmla="*/ 2147483647 w 924"/>
              <a:gd name="T125" fmla="*/ 2147483647 h 95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924"/>
              <a:gd name="T190" fmla="*/ 0 h 950"/>
              <a:gd name="T191" fmla="*/ 924 w 924"/>
              <a:gd name="T192" fmla="*/ 950 h 95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924" h="950">
                <a:moveTo>
                  <a:pt x="42" y="799"/>
                </a:moveTo>
                <a:lnTo>
                  <a:pt x="5" y="771"/>
                </a:lnTo>
                <a:lnTo>
                  <a:pt x="4" y="704"/>
                </a:lnTo>
                <a:lnTo>
                  <a:pt x="0" y="655"/>
                </a:lnTo>
                <a:lnTo>
                  <a:pt x="15" y="610"/>
                </a:lnTo>
                <a:lnTo>
                  <a:pt x="20" y="573"/>
                </a:lnTo>
                <a:lnTo>
                  <a:pt x="45" y="518"/>
                </a:lnTo>
                <a:lnTo>
                  <a:pt x="59" y="491"/>
                </a:lnTo>
                <a:lnTo>
                  <a:pt x="90" y="467"/>
                </a:lnTo>
                <a:lnTo>
                  <a:pt x="114" y="432"/>
                </a:lnTo>
                <a:lnTo>
                  <a:pt x="155" y="400"/>
                </a:lnTo>
                <a:lnTo>
                  <a:pt x="178" y="364"/>
                </a:lnTo>
                <a:lnTo>
                  <a:pt x="204" y="310"/>
                </a:lnTo>
                <a:lnTo>
                  <a:pt x="238" y="266"/>
                </a:lnTo>
                <a:lnTo>
                  <a:pt x="262" y="231"/>
                </a:lnTo>
                <a:lnTo>
                  <a:pt x="296" y="189"/>
                </a:lnTo>
                <a:lnTo>
                  <a:pt x="300" y="151"/>
                </a:lnTo>
                <a:lnTo>
                  <a:pt x="344" y="99"/>
                </a:lnTo>
                <a:lnTo>
                  <a:pt x="369" y="45"/>
                </a:lnTo>
                <a:lnTo>
                  <a:pt x="429" y="15"/>
                </a:lnTo>
                <a:lnTo>
                  <a:pt x="470" y="1"/>
                </a:lnTo>
                <a:lnTo>
                  <a:pt x="537" y="0"/>
                </a:lnTo>
                <a:lnTo>
                  <a:pt x="593" y="6"/>
                </a:lnTo>
                <a:lnTo>
                  <a:pt x="650" y="13"/>
                </a:lnTo>
                <a:lnTo>
                  <a:pt x="740" y="44"/>
                </a:lnTo>
                <a:lnTo>
                  <a:pt x="795" y="69"/>
                </a:lnTo>
                <a:lnTo>
                  <a:pt x="811" y="90"/>
                </a:lnTo>
                <a:lnTo>
                  <a:pt x="846" y="114"/>
                </a:lnTo>
                <a:lnTo>
                  <a:pt x="871" y="145"/>
                </a:lnTo>
                <a:lnTo>
                  <a:pt x="885" y="185"/>
                </a:lnTo>
                <a:lnTo>
                  <a:pt x="899" y="225"/>
                </a:lnTo>
                <a:lnTo>
                  <a:pt x="911" y="283"/>
                </a:lnTo>
                <a:lnTo>
                  <a:pt x="916" y="312"/>
                </a:lnTo>
                <a:lnTo>
                  <a:pt x="917" y="379"/>
                </a:lnTo>
                <a:lnTo>
                  <a:pt x="923" y="408"/>
                </a:lnTo>
                <a:lnTo>
                  <a:pt x="918" y="446"/>
                </a:lnTo>
                <a:lnTo>
                  <a:pt x="914" y="483"/>
                </a:lnTo>
                <a:lnTo>
                  <a:pt x="900" y="528"/>
                </a:lnTo>
                <a:lnTo>
                  <a:pt x="879" y="545"/>
                </a:lnTo>
                <a:lnTo>
                  <a:pt x="865" y="572"/>
                </a:lnTo>
                <a:lnTo>
                  <a:pt x="842" y="607"/>
                </a:lnTo>
                <a:lnTo>
                  <a:pt x="790" y="648"/>
                </a:lnTo>
                <a:lnTo>
                  <a:pt x="758" y="673"/>
                </a:lnTo>
                <a:lnTo>
                  <a:pt x="737" y="689"/>
                </a:lnTo>
                <a:lnTo>
                  <a:pt x="724" y="717"/>
                </a:lnTo>
                <a:lnTo>
                  <a:pt x="674" y="738"/>
                </a:lnTo>
                <a:lnTo>
                  <a:pt x="643" y="763"/>
                </a:lnTo>
                <a:lnTo>
                  <a:pt x="621" y="780"/>
                </a:lnTo>
                <a:lnTo>
                  <a:pt x="561" y="809"/>
                </a:lnTo>
                <a:lnTo>
                  <a:pt x="502" y="822"/>
                </a:lnTo>
                <a:lnTo>
                  <a:pt x="470" y="846"/>
                </a:lnTo>
                <a:lnTo>
                  <a:pt x="431" y="861"/>
                </a:lnTo>
                <a:lnTo>
                  <a:pt x="399" y="885"/>
                </a:lnTo>
                <a:lnTo>
                  <a:pt x="340" y="897"/>
                </a:lnTo>
                <a:lnTo>
                  <a:pt x="319" y="914"/>
                </a:lnTo>
                <a:lnTo>
                  <a:pt x="214" y="929"/>
                </a:lnTo>
                <a:lnTo>
                  <a:pt x="174" y="944"/>
                </a:lnTo>
                <a:lnTo>
                  <a:pt x="144" y="949"/>
                </a:lnTo>
                <a:lnTo>
                  <a:pt x="120" y="917"/>
                </a:lnTo>
                <a:lnTo>
                  <a:pt x="95" y="886"/>
                </a:lnTo>
                <a:lnTo>
                  <a:pt x="81" y="846"/>
                </a:lnTo>
                <a:lnTo>
                  <a:pt x="46" y="823"/>
                </a:lnTo>
                <a:lnTo>
                  <a:pt x="42" y="799"/>
                </a:lnTo>
              </a:path>
            </a:pathLst>
          </a:custGeom>
          <a:solidFill>
            <a:srgbClr val="0066FF"/>
          </a:solidFill>
          <a:ln w="12700" cap="rnd">
            <a:solidFill>
              <a:schemeClr val="tx1"/>
            </a:solidFill>
            <a:round/>
            <a:headEnd/>
            <a:tailEnd/>
          </a:ln>
        </p:spPr>
        <p:txBody>
          <a:bodyPr/>
          <a:lstStyle/>
          <a:p>
            <a:endParaRPr lang="en-US"/>
          </a:p>
        </p:txBody>
      </p:sp>
      <p:sp>
        <p:nvSpPr>
          <p:cNvPr id="37895" name="Freeform 10"/>
          <p:cNvSpPr>
            <a:spLocks/>
          </p:cNvSpPr>
          <p:nvPr/>
        </p:nvSpPr>
        <p:spPr bwMode="auto">
          <a:xfrm>
            <a:off x="3124200" y="4159250"/>
            <a:ext cx="1884363" cy="1738313"/>
          </a:xfrm>
          <a:custGeom>
            <a:avLst/>
            <a:gdLst>
              <a:gd name="T0" fmla="*/ 2147483647 w 1507"/>
              <a:gd name="T1" fmla="*/ 2147483647 h 1308"/>
              <a:gd name="T2" fmla="*/ 2147483647 w 1507"/>
              <a:gd name="T3" fmla="*/ 2147483647 h 1308"/>
              <a:gd name="T4" fmla="*/ 2147483647 w 1507"/>
              <a:gd name="T5" fmla="*/ 2147483647 h 1308"/>
              <a:gd name="T6" fmla="*/ 2147483647 w 1507"/>
              <a:gd name="T7" fmla="*/ 2147483647 h 1308"/>
              <a:gd name="T8" fmla="*/ 2147483647 w 1507"/>
              <a:gd name="T9" fmla="*/ 2147483647 h 1308"/>
              <a:gd name="T10" fmla="*/ 2147483647 w 1507"/>
              <a:gd name="T11" fmla="*/ 2147483647 h 1308"/>
              <a:gd name="T12" fmla="*/ 2147483647 w 1507"/>
              <a:gd name="T13" fmla="*/ 0 h 1308"/>
              <a:gd name="T14" fmla="*/ 2147483647 w 1507"/>
              <a:gd name="T15" fmla="*/ 0 h 1308"/>
              <a:gd name="T16" fmla="*/ 2147483647 w 1507"/>
              <a:gd name="T17" fmla="*/ 0 h 1308"/>
              <a:gd name="T18" fmla="*/ 2147483647 w 1507"/>
              <a:gd name="T19" fmla="*/ 0 h 1308"/>
              <a:gd name="T20" fmla="*/ 2147483647 w 1507"/>
              <a:gd name="T21" fmla="*/ 2147483647 h 1308"/>
              <a:gd name="T22" fmla="*/ 2147483647 w 1507"/>
              <a:gd name="T23" fmla="*/ 2147483647 h 1308"/>
              <a:gd name="T24" fmla="*/ 2147483647 w 1507"/>
              <a:gd name="T25" fmla="*/ 2147483647 h 1308"/>
              <a:gd name="T26" fmla="*/ 2147483647 w 1507"/>
              <a:gd name="T27" fmla="*/ 2147483647 h 1308"/>
              <a:gd name="T28" fmla="*/ 2147483647 w 1507"/>
              <a:gd name="T29" fmla="*/ 2147483647 h 1308"/>
              <a:gd name="T30" fmla="*/ 2147483647 w 1507"/>
              <a:gd name="T31" fmla="*/ 2147483647 h 1308"/>
              <a:gd name="T32" fmla="*/ 2147483647 w 1507"/>
              <a:gd name="T33" fmla="*/ 2147483647 h 1308"/>
              <a:gd name="T34" fmla="*/ 2147483647 w 1507"/>
              <a:gd name="T35" fmla="*/ 2147483647 h 1308"/>
              <a:gd name="T36" fmla="*/ 2147483647 w 1507"/>
              <a:gd name="T37" fmla="*/ 2147483647 h 1308"/>
              <a:gd name="T38" fmla="*/ 2147483647 w 1507"/>
              <a:gd name="T39" fmla="*/ 2147483647 h 1308"/>
              <a:gd name="T40" fmla="*/ 2147483647 w 1507"/>
              <a:gd name="T41" fmla="*/ 2147483647 h 1308"/>
              <a:gd name="T42" fmla="*/ 2147483647 w 1507"/>
              <a:gd name="T43" fmla="*/ 2147483647 h 1308"/>
              <a:gd name="T44" fmla="*/ 2147483647 w 1507"/>
              <a:gd name="T45" fmla="*/ 2147483647 h 1308"/>
              <a:gd name="T46" fmla="*/ 2147483647 w 1507"/>
              <a:gd name="T47" fmla="*/ 2147483647 h 1308"/>
              <a:gd name="T48" fmla="*/ 2147483647 w 1507"/>
              <a:gd name="T49" fmla="*/ 2147483647 h 1308"/>
              <a:gd name="T50" fmla="*/ 2147483647 w 1507"/>
              <a:gd name="T51" fmla="*/ 2147483647 h 1308"/>
              <a:gd name="T52" fmla="*/ 2147483647 w 1507"/>
              <a:gd name="T53" fmla="*/ 2147483647 h 1308"/>
              <a:gd name="T54" fmla="*/ 2147483647 w 1507"/>
              <a:gd name="T55" fmla="*/ 2147483647 h 1308"/>
              <a:gd name="T56" fmla="*/ 2147483647 w 1507"/>
              <a:gd name="T57" fmla="*/ 2147483647 h 1308"/>
              <a:gd name="T58" fmla="*/ 2147483647 w 1507"/>
              <a:gd name="T59" fmla="*/ 2147483647 h 1308"/>
              <a:gd name="T60" fmla="*/ 2147483647 w 1507"/>
              <a:gd name="T61" fmla="*/ 2147483647 h 1308"/>
              <a:gd name="T62" fmla="*/ 2147483647 w 1507"/>
              <a:gd name="T63" fmla="*/ 2147483647 h 1308"/>
              <a:gd name="T64" fmla="*/ 2147483647 w 1507"/>
              <a:gd name="T65" fmla="*/ 2147483647 h 1308"/>
              <a:gd name="T66" fmla="*/ 2147483647 w 1507"/>
              <a:gd name="T67" fmla="*/ 2147483647 h 1308"/>
              <a:gd name="T68" fmla="*/ 2147483647 w 1507"/>
              <a:gd name="T69" fmla="*/ 2147483647 h 1308"/>
              <a:gd name="T70" fmla="*/ 2147483647 w 1507"/>
              <a:gd name="T71" fmla="*/ 2147483647 h 1308"/>
              <a:gd name="T72" fmla="*/ 2147483647 w 1507"/>
              <a:gd name="T73" fmla="*/ 2147483647 h 1308"/>
              <a:gd name="T74" fmla="*/ 2147483647 w 1507"/>
              <a:gd name="T75" fmla="*/ 2147483647 h 1308"/>
              <a:gd name="T76" fmla="*/ 2147483647 w 1507"/>
              <a:gd name="T77" fmla="*/ 2147483647 h 1308"/>
              <a:gd name="T78" fmla="*/ 2147483647 w 1507"/>
              <a:gd name="T79" fmla="*/ 2147483647 h 1308"/>
              <a:gd name="T80" fmla="*/ 2147483647 w 1507"/>
              <a:gd name="T81" fmla="*/ 2147483647 h 1308"/>
              <a:gd name="T82" fmla="*/ 2147483647 w 1507"/>
              <a:gd name="T83" fmla="*/ 2147483647 h 1308"/>
              <a:gd name="T84" fmla="*/ 2147483647 w 1507"/>
              <a:gd name="T85" fmla="*/ 2147483647 h 1308"/>
              <a:gd name="T86" fmla="*/ 2147483647 w 1507"/>
              <a:gd name="T87" fmla="*/ 2147483647 h 1308"/>
              <a:gd name="T88" fmla="*/ 2147483647 w 1507"/>
              <a:gd name="T89" fmla="*/ 2147483647 h 1308"/>
              <a:gd name="T90" fmla="*/ 2147483647 w 1507"/>
              <a:gd name="T91" fmla="*/ 2147483647 h 1308"/>
              <a:gd name="T92" fmla="*/ 2147483647 w 1507"/>
              <a:gd name="T93" fmla="*/ 2147483647 h 1308"/>
              <a:gd name="T94" fmla="*/ 0 w 1507"/>
              <a:gd name="T95" fmla="*/ 2147483647 h 1308"/>
              <a:gd name="T96" fmla="*/ 2147483647 w 1507"/>
              <a:gd name="T97" fmla="*/ 2147483647 h 1308"/>
              <a:gd name="T98" fmla="*/ 2147483647 w 1507"/>
              <a:gd name="T99" fmla="*/ 2147483647 h 1308"/>
              <a:gd name="T100" fmla="*/ 2147483647 w 1507"/>
              <a:gd name="T101" fmla="*/ 2147483647 h 1308"/>
              <a:gd name="T102" fmla="*/ 2147483647 w 1507"/>
              <a:gd name="T103" fmla="*/ 2147483647 h 1308"/>
              <a:gd name="T104" fmla="*/ 2147483647 w 1507"/>
              <a:gd name="T105" fmla="*/ 2147483647 h 130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507"/>
              <a:gd name="T160" fmla="*/ 0 h 1308"/>
              <a:gd name="T161" fmla="*/ 1507 w 1507"/>
              <a:gd name="T162" fmla="*/ 1308 h 130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507" h="1308">
                <a:moveTo>
                  <a:pt x="157" y="267"/>
                </a:moveTo>
                <a:lnTo>
                  <a:pt x="186" y="267"/>
                </a:lnTo>
                <a:lnTo>
                  <a:pt x="200" y="240"/>
                </a:lnTo>
                <a:lnTo>
                  <a:pt x="253" y="187"/>
                </a:lnTo>
                <a:lnTo>
                  <a:pt x="306" y="160"/>
                </a:lnTo>
                <a:lnTo>
                  <a:pt x="333" y="134"/>
                </a:lnTo>
                <a:lnTo>
                  <a:pt x="360" y="120"/>
                </a:lnTo>
                <a:lnTo>
                  <a:pt x="386" y="80"/>
                </a:lnTo>
                <a:lnTo>
                  <a:pt x="413" y="67"/>
                </a:lnTo>
                <a:lnTo>
                  <a:pt x="453" y="40"/>
                </a:lnTo>
                <a:lnTo>
                  <a:pt x="480" y="27"/>
                </a:lnTo>
                <a:lnTo>
                  <a:pt x="520" y="14"/>
                </a:lnTo>
                <a:lnTo>
                  <a:pt x="560" y="14"/>
                </a:lnTo>
                <a:lnTo>
                  <a:pt x="613" y="0"/>
                </a:lnTo>
                <a:lnTo>
                  <a:pt x="640" y="0"/>
                </a:lnTo>
                <a:lnTo>
                  <a:pt x="680" y="0"/>
                </a:lnTo>
                <a:lnTo>
                  <a:pt x="733" y="0"/>
                </a:lnTo>
                <a:lnTo>
                  <a:pt x="760" y="0"/>
                </a:lnTo>
                <a:lnTo>
                  <a:pt x="813" y="0"/>
                </a:lnTo>
                <a:lnTo>
                  <a:pt x="840" y="0"/>
                </a:lnTo>
                <a:lnTo>
                  <a:pt x="893" y="14"/>
                </a:lnTo>
                <a:lnTo>
                  <a:pt x="920" y="14"/>
                </a:lnTo>
                <a:lnTo>
                  <a:pt x="960" y="27"/>
                </a:lnTo>
                <a:lnTo>
                  <a:pt x="1000" y="40"/>
                </a:lnTo>
                <a:lnTo>
                  <a:pt x="1040" y="67"/>
                </a:lnTo>
                <a:lnTo>
                  <a:pt x="1080" y="94"/>
                </a:lnTo>
                <a:lnTo>
                  <a:pt x="1120" y="147"/>
                </a:lnTo>
                <a:lnTo>
                  <a:pt x="1160" y="174"/>
                </a:lnTo>
                <a:lnTo>
                  <a:pt x="1173" y="214"/>
                </a:lnTo>
                <a:lnTo>
                  <a:pt x="1200" y="227"/>
                </a:lnTo>
                <a:lnTo>
                  <a:pt x="1213" y="254"/>
                </a:lnTo>
                <a:lnTo>
                  <a:pt x="1253" y="307"/>
                </a:lnTo>
                <a:lnTo>
                  <a:pt x="1266" y="334"/>
                </a:lnTo>
                <a:lnTo>
                  <a:pt x="1293" y="360"/>
                </a:lnTo>
                <a:lnTo>
                  <a:pt x="1320" y="387"/>
                </a:lnTo>
                <a:lnTo>
                  <a:pt x="1346" y="427"/>
                </a:lnTo>
                <a:lnTo>
                  <a:pt x="1373" y="467"/>
                </a:lnTo>
                <a:lnTo>
                  <a:pt x="1400" y="494"/>
                </a:lnTo>
                <a:lnTo>
                  <a:pt x="1413" y="534"/>
                </a:lnTo>
                <a:lnTo>
                  <a:pt x="1440" y="574"/>
                </a:lnTo>
                <a:lnTo>
                  <a:pt x="1466" y="614"/>
                </a:lnTo>
                <a:lnTo>
                  <a:pt x="1466" y="654"/>
                </a:lnTo>
                <a:lnTo>
                  <a:pt x="1480" y="694"/>
                </a:lnTo>
                <a:lnTo>
                  <a:pt x="1480" y="734"/>
                </a:lnTo>
                <a:lnTo>
                  <a:pt x="1493" y="774"/>
                </a:lnTo>
                <a:lnTo>
                  <a:pt x="1506" y="827"/>
                </a:lnTo>
                <a:lnTo>
                  <a:pt x="1506" y="854"/>
                </a:lnTo>
                <a:lnTo>
                  <a:pt x="1506" y="894"/>
                </a:lnTo>
                <a:lnTo>
                  <a:pt x="1506" y="947"/>
                </a:lnTo>
                <a:lnTo>
                  <a:pt x="1506" y="974"/>
                </a:lnTo>
                <a:lnTo>
                  <a:pt x="1480" y="1054"/>
                </a:lnTo>
                <a:lnTo>
                  <a:pt x="1453" y="1094"/>
                </a:lnTo>
                <a:lnTo>
                  <a:pt x="1426" y="1120"/>
                </a:lnTo>
                <a:lnTo>
                  <a:pt x="1413" y="1147"/>
                </a:lnTo>
                <a:lnTo>
                  <a:pt x="1386" y="1160"/>
                </a:lnTo>
                <a:lnTo>
                  <a:pt x="1346" y="1174"/>
                </a:lnTo>
                <a:lnTo>
                  <a:pt x="1306" y="1187"/>
                </a:lnTo>
                <a:lnTo>
                  <a:pt x="1280" y="1214"/>
                </a:lnTo>
                <a:lnTo>
                  <a:pt x="1226" y="1227"/>
                </a:lnTo>
                <a:lnTo>
                  <a:pt x="1213" y="1254"/>
                </a:lnTo>
                <a:lnTo>
                  <a:pt x="1173" y="1280"/>
                </a:lnTo>
                <a:lnTo>
                  <a:pt x="1146" y="1280"/>
                </a:lnTo>
                <a:lnTo>
                  <a:pt x="1093" y="1294"/>
                </a:lnTo>
                <a:lnTo>
                  <a:pt x="1053" y="1307"/>
                </a:lnTo>
                <a:lnTo>
                  <a:pt x="1026" y="1307"/>
                </a:lnTo>
                <a:lnTo>
                  <a:pt x="986" y="1307"/>
                </a:lnTo>
                <a:lnTo>
                  <a:pt x="933" y="1307"/>
                </a:lnTo>
                <a:lnTo>
                  <a:pt x="853" y="1307"/>
                </a:lnTo>
                <a:lnTo>
                  <a:pt x="813" y="1307"/>
                </a:lnTo>
                <a:lnTo>
                  <a:pt x="786" y="1307"/>
                </a:lnTo>
                <a:lnTo>
                  <a:pt x="746" y="1294"/>
                </a:lnTo>
                <a:lnTo>
                  <a:pt x="693" y="1294"/>
                </a:lnTo>
                <a:lnTo>
                  <a:pt x="666" y="1280"/>
                </a:lnTo>
                <a:lnTo>
                  <a:pt x="626" y="1267"/>
                </a:lnTo>
                <a:lnTo>
                  <a:pt x="586" y="1240"/>
                </a:lnTo>
                <a:lnTo>
                  <a:pt x="533" y="1200"/>
                </a:lnTo>
                <a:lnTo>
                  <a:pt x="506" y="1187"/>
                </a:lnTo>
                <a:lnTo>
                  <a:pt x="466" y="1174"/>
                </a:lnTo>
                <a:lnTo>
                  <a:pt x="413" y="1134"/>
                </a:lnTo>
                <a:lnTo>
                  <a:pt x="360" y="1120"/>
                </a:lnTo>
                <a:lnTo>
                  <a:pt x="333" y="1094"/>
                </a:lnTo>
                <a:lnTo>
                  <a:pt x="306" y="1080"/>
                </a:lnTo>
                <a:lnTo>
                  <a:pt x="280" y="1040"/>
                </a:lnTo>
                <a:lnTo>
                  <a:pt x="253" y="1014"/>
                </a:lnTo>
                <a:lnTo>
                  <a:pt x="240" y="974"/>
                </a:lnTo>
                <a:lnTo>
                  <a:pt x="213" y="960"/>
                </a:lnTo>
                <a:lnTo>
                  <a:pt x="186" y="907"/>
                </a:lnTo>
                <a:lnTo>
                  <a:pt x="160" y="880"/>
                </a:lnTo>
                <a:lnTo>
                  <a:pt x="133" y="827"/>
                </a:lnTo>
                <a:lnTo>
                  <a:pt x="106" y="800"/>
                </a:lnTo>
                <a:lnTo>
                  <a:pt x="80" y="760"/>
                </a:lnTo>
                <a:lnTo>
                  <a:pt x="53" y="720"/>
                </a:lnTo>
                <a:lnTo>
                  <a:pt x="40" y="680"/>
                </a:lnTo>
                <a:lnTo>
                  <a:pt x="26" y="640"/>
                </a:lnTo>
                <a:lnTo>
                  <a:pt x="13" y="600"/>
                </a:lnTo>
                <a:lnTo>
                  <a:pt x="0" y="560"/>
                </a:lnTo>
                <a:lnTo>
                  <a:pt x="0" y="520"/>
                </a:lnTo>
                <a:lnTo>
                  <a:pt x="26" y="480"/>
                </a:lnTo>
                <a:lnTo>
                  <a:pt x="53" y="467"/>
                </a:lnTo>
                <a:lnTo>
                  <a:pt x="66" y="440"/>
                </a:lnTo>
                <a:lnTo>
                  <a:pt x="93" y="400"/>
                </a:lnTo>
                <a:lnTo>
                  <a:pt x="106" y="360"/>
                </a:lnTo>
                <a:lnTo>
                  <a:pt x="133" y="334"/>
                </a:lnTo>
                <a:lnTo>
                  <a:pt x="146" y="307"/>
                </a:lnTo>
                <a:lnTo>
                  <a:pt x="173" y="294"/>
                </a:lnTo>
                <a:lnTo>
                  <a:pt x="173" y="267"/>
                </a:lnTo>
              </a:path>
            </a:pathLst>
          </a:custGeom>
          <a:noFill/>
          <a:ln w="25400" cap="rnd">
            <a:solidFill>
              <a:schemeClr val="tx1"/>
            </a:solidFill>
            <a:round/>
            <a:headEnd/>
            <a:tailEnd/>
          </a:ln>
        </p:spPr>
        <p:txBody>
          <a:bodyPr/>
          <a:lstStyle/>
          <a:p>
            <a:endParaRPr lang="en-US"/>
          </a:p>
        </p:txBody>
      </p:sp>
      <p:sp>
        <p:nvSpPr>
          <p:cNvPr id="37896" name="Freeform 11"/>
          <p:cNvSpPr>
            <a:spLocks/>
          </p:cNvSpPr>
          <p:nvPr/>
        </p:nvSpPr>
        <p:spPr bwMode="auto">
          <a:xfrm>
            <a:off x="3124200" y="4159250"/>
            <a:ext cx="1884363" cy="1738313"/>
          </a:xfrm>
          <a:custGeom>
            <a:avLst/>
            <a:gdLst>
              <a:gd name="T0" fmla="*/ 2147483647 w 1507"/>
              <a:gd name="T1" fmla="*/ 2147483647 h 1308"/>
              <a:gd name="T2" fmla="*/ 2147483647 w 1507"/>
              <a:gd name="T3" fmla="*/ 2147483647 h 1308"/>
              <a:gd name="T4" fmla="*/ 2147483647 w 1507"/>
              <a:gd name="T5" fmla="*/ 2147483647 h 1308"/>
              <a:gd name="T6" fmla="*/ 2147483647 w 1507"/>
              <a:gd name="T7" fmla="*/ 2147483647 h 1308"/>
              <a:gd name="T8" fmla="*/ 2147483647 w 1507"/>
              <a:gd name="T9" fmla="*/ 2147483647 h 1308"/>
              <a:gd name="T10" fmla="*/ 2147483647 w 1507"/>
              <a:gd name="T11" fmla="*/ 2147483647 h 1308"/>
              <a:gd name="T12" fmla="*/ 2147483647 w 1507"/>
              <a:gd name="T13" fmla="*/ 0 h 1308"/>
              <a:gd name="T14" fmla="*/ 2147483647 w 1507"/>
              <a:gd name="T15" fmla="*/ 0 h 1308"/>
              <a:gd name="T16" fmla="*/ 2147483647 w 1507"/>
              <a:gd name="T17" fmla="*/ 0 h 1308"/>
              <a:gd name="T18" fmla="*/ 2147483647 w 1507"/>
              <a:gd name="T19" fmla="*/ 0 h 1308"/>
              <a:gd name="T20" fmla="*/ 2147483647 w 1507"/>
              <a:gd name="T21" fmla="*/ 2147483647 h 1308"/>
              <a:gd name="T22" fmla="*/ 2147483647 w 1507"/>
              <a:gd name="T23" fmla="*/ 2147483647 h 1308"/>
              <a:gd name="T24" fmla="*/ 2147483647 w 1507"/>
              <a:gd name="T25" fmla="*/ 2147483647 h 1308"/>
              <a:gd name="T26" fmla="*/ 2147483647 w 1507"/>
              <a:gd name="T27" fmla="*/ 2147483647 h 1308"/>
              <a:gd name="T28" fmla="*/ 2147483647 w 1507"/>
              <a:gd name="T29" fmla="*/ 2147483647 h 1308"/>
              <a:gd name="T30" fmla="*/ 2147483647 w 1507"/>
              <a:gd name="T31" fmla="*/ 2147483647 h 1308"/>
              <a:gd name="T32" fmla="*/ 2147483647 w 1507"/>
              <a:gd name="T33" fmla="*/ 2147483647 h 1308"/>
              <a:gd name="T34" fmla="*/ 2147483647 w 1507"/>
              <a:gd name="T35" fmla="*/ 2147483647 h 1308"/>
              <a:gd name="T36" fmla="*/ 2147483647 w 1507"/>
              <a:gd name="T37" fmla="*/ 2147483647 h 1308"/>
              <a:gd name="T38" fmla="*/ 2147483647 w 1507"/>
              <a:gd name="T39" fmla="*/ 2147483647 h 1308"/>
              <a:gd name="T40" fmla="*/ 2147483647 w 1507"/>
              <a:gd name="T41" fmla="*/ 2147483647 h 1308"/>
              <a:gd name="T42" fmla="*/ 2147483647 w 1507"/>
              <a:gd name="T43" fmla="*/ 2147483647 h 1308"/>
              <a:gd name="T44" fmla="*/ 2147483647 w 1507"/>
              <a:gd name="T45" fmla="*/ 2147483647 h 1308"/>
              <a:gd name="T46" fmla="*/ 2147483647 w 1507"/>
              <a:gd name="T47" fmla="*/ 2147483647 h 1308"/>
              <a:gd name="T48" fmla="*/ 2147483647 w 1507"/>
              <a:gd name="T49" fmla="*/ 2147483647 h 1308"/>
              <a:gd name="T50" fmla="*/ 2147483647 w 1507"/>
              <a:gd name="T51" fmla="*/ 2147483647 h 1308"/>
              <a:gd name="T52" fmla="*/ 2147483647 w 1507"/>
              <a:gd name="T53" fmla="*/ 2147483647 h 1308"/>
              <a:gd name="T54" fmla="*/ 2147483647 w 1507"/>
              <a:gd name="T55" fmla="*/ 2147483647 h 1308"/>
              <a:gd name="T56" fmla="*/ 2147483647 w 1507"/>
              <a:gd name="T57" fmla="*/ 2147483647 h 1308"/>
              <a:gd name="T58" fmla="*/ 2147483647 w 1507"/>
              <a:gd name="T59" fmla="*/ 2147483647 h 1308"/>
              <a:gd name="T60" fmla="*/ 2147483647 w 1507"/>
              <a:gd name="T61" fmla="*/ 2147483647 h 1308"/>
              <a:gd name="T62" fmla="*/ 2147483647 w 1507"/>
              <a:gd name="T63" fmla="*/ 2147483647 h 1308"/>
              <a:gd name="T64" fmla="*/ 2147483647 w 1507"/>
              <a:gd name="T65" fmla="*/ 2147483647 h 1308"/>
              <a:gd name="T66" fmla="*/ 2147483647 w 1507"/>
              <a:gd name="T67" fmla="*/ 2147483647 h 1308"/>
              <a:gd name="T68" fmla="*/ 2147483647 w 1507"/>
              <a:gd name="T69" fmla="*/ 2147483647 h 1308"/>
              <a:gd name="T70" fmla="*/ 2147483647 w 1507"/>
              <a:gd name="T71" fmla="*/ 2147483647 h 1308"/>
              <a:gd name="T72" fmla="*/ 2147483647 w 1507"/>
              <a:gd name="T73" fmla="*/ 2147483647 h 1308"/>
              <a:gd name="T74" fmla="*/ 2147483647 w 1507"/>
              <a:gd name="T75" fmla="*/ 2147483647 h 1308"/>
              <a:gd name="T76" fmla="*/ 2147483647 w 1507"/>
              <a:gd name="T77" fmla="*/ 2147483647 h 1308"/>
              <a:gd name="T78" fmla="*/ 2147483647 w 1507"/>
              <a:gd name="T79" fmla="*/ 2147483647 h 1308"/>
              <a:gd name="T80" fmla="*/ 2147483647 w 1507"/>
              <a:gd name="T81" fmla="*/ 2147483647 h 1308"/>
              <a:gd name="T82" fmla="*/ 2147483647 w 1507"/>
              <a:gd name="T83" fmla="*/ 2147483647 h 1308"/>
              <a:gd name="T84" fmla="*/ 2147483647 w 1507"/>
              <a:gd name="T85" fmla="*/ 2147483647 h 1308"/>
              <a:gd name="T86" fmla="*/ 2147483647 w 1507"/>
              <a:gd name="T87" fmla="*/ 2147483647 h 1308"/>
              <a:gd name="T88" fmla="*/ 2147483647 w 1507"/>
              <a:gd name="T89" fmla="*/ 2147483647 h 1308"/>
              <a:gd name="T90" fmla="*/ 2147483647 w 1507"/>
              <a:gd name="T91" fmla="*/ 2147483647 h 1308"/>
              <a:gd name="T92" fmla="*/ 2147483647 w 1507"/>
              <a:gd name="T93" fmla="*/ 2147483647 h 1308"/>
              <a:gd name="T94" fmla="*/ 0 w 1507"/>
              <a:gd name="T95" fmla="*/ 2147483647 h 1308"/>
              <a:gd name="T96" fmla="*/ 2147483647 w 1507"/>
              <a:gd name="T97" fmla="*/ 2147483647 h 1308"/>
              <a:gd name="T98" fmla="*/ 2147483647 w 1507"/>
              <a:gd name="T99" fmla="*/ 2147483647 h 1308"/>
              <a:gd name="T100" fmla="*/ 2147483647 w 1507"/>
              <a:gd name="T101" fmla="*/ 2147483647 h 1308"/>
              <a:gd name="T102" fmla="*/ 2147483647 w 1507"/>
              <a:gd name="T103" fmla="*/ 2147483647 h 1308"/>
              <a:gd name="T104" fmla="*/ 2147483647 w 1507"/>
              <a:gd name="T105" fmla="*/ 2147483647 h 130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507"/>
              <a:gd name="T160" fmla="*/ 0 h 1308"/>
              <a:gd name="T161" fmla="*/ 1507 w 1507"/>
              <a:gd name="T162" fmla="*/ 1308 h 130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507" h="1308">
                <a:moveTo>
                  <a:pt x="157" y="267"/>
                </a:moveTo>
                <a:lnTo>
                  <a:pt x="186" y="267"/>
                </a:lnTo>
                <a:lnTo>
                  <a:pt x="200" y="240"/>
                </a:lnTo>
                <a:lnTo>
                  <a:pt x="253" y="187"/>
                </a:lnTo>
                <a:lnTo>
                  <a:pt x="306" y="160"/>
                </a:lnTo>
                <a:lnTo>
                  <a:pt x="333" y="134"/>
                </a:lnTo>
                <a:lnTo>
                  <a:pt x="360" y="120"/>
                </a:lnTo>
                <a:lnTo>
                  <a:pt x="386" y="80"/>
                </a:lnTo>
                <a:lnTo>
                  <a:pt x="413" y="67"/>
                </a:lnTo>
                <a:lnTo>
                  <a:pt x="453" y="40"/>
                </a:lnTo>
                <a:lnTo>
                  <a:pt x="480" y="27"/>
                </a:lnTo>
                <a:lnTo>
                  <a:pt x="520" y="14"/>
                </a:lnTo>
                <a:lnTo>
                  <a:pt x="560" y="14"/>
                </a:lnTo>
                <a:lnTo>
                  <a:pt x="613" y="0"/>
                </a:lnTo>
                <a:lnTo>
                  <a:pt x="640" y="0"/>
                </a:lnTo>
                <a:lnTo>
                  <a:pt x="680" y="0"/>
                </a:lnTo>
                <a:lnTo>
                  <a:pt x="733" y="0"/>
                </a:lnTo>
                <a:lnTo>
                  <a:pt x="760" y="0"/>
                </a:lnTo>
                <a:lnTo>
                  <a:pt x="813" y="0"/>
                </a:lnTo>
                <a:lnTo>
                  <a:pt x="840" y="0"/>
                </a:lnTo>
                <a:lnTo>
                  <a:pt x="893" y="14"/>
                </a:lnTo>
                <a:lnTo>
                  <a:pt x="920" y="14"/>
                </a:lnTo>
                <a:lnTo>
                  <a:pt x="960" y="27"/>
                </a:lnTo>
                <a:lnTo>
                  <a:pt x="1000" y="40"/>
                </a:lnTo>
                <a:lnTo>
                  <a:pt x="1040" y="67"/>
                </a:lnTo>
                <a:lnTo>
                  <a:pt x="1080" y="94"/>
                </a:lnTo>
                <a:lnTo>
                  <a:pt x="1120" y="147"/>
                </a:lnTo>
                <a:lnTo>
                  <a:pt x="1160" y="174"/>
                </a:lnTo>
                <a:lnTo>
                  <a:pt x="1173" y="214"/>
                </a:lnTo>
                <a:lnTo>
                  <a:pt x="1200" y="227"/>
                </a:lnTo>
                <a:lnTo>
                  <a:pt x="1213" y="254"/>
                </a:lnTo>
                <a:lnTo>
                  <a:pt x="1253" y="307"/>
                </a:lnTo>
                <a:lnTo>
                  <a:pt x="1266" y="334"/>
                </a:lnTo>
                <a:lnTo>
                  <a:pt x="1293" y="360"/>
                </a:lnTo>
                <a:lnTo>
                  <a:pt x="1320" y="387"/>
                </a:lnTo>
                <a:lnTo>
                  <a:pt x="1346" y="427"/>
                </a:lnTo>
                <a:lnTo>
                  <a:pt x="1373" y="467"/>
                </a:lnTo>
                <a:lnTo>
                  <a:pt x="1400" y="494"/>
                </a:lnTo>
                <a:lnTo>
                  <a:pt x="1413" y="534"/>
                </a:lnTo>
                <a:lnTo>
                  <a:pt x="1440" y="574"/>
                </a:lnTo>
                <a:lnTo>
                  <a:pt x="1466" y="614"/>
                </a:lnTo>
                <a:lnTo>
                  <a:pt x="1466" y="654"/>
                </a:lnTo>
                <a:lnTo>
                  <a:pt x="1480" y="694"/>
                </a:lnTo>
                <a:lnTo>
                  <a:pt x="1480" y="734"/>
                </a:lnTo>
                <a:lnTo>
                  <a:pt x="1493" y="774"/>
                </a:lnTo>
                <a:lnTo>
                  <a:pt x="1506" y="827"/>
                </a:lnTo>
                <a:lnTo>
                  <a:pt x="1506" y="854"/>
                </a:lnTo>
                <a:lnTo>
                  <a:pt x="1506" y="894"/>
                </a:lnTo>
                <a:lnTo>
                  <a:pt x="1506" y="947"/>
                </a:lnTo>
                <a:lnTo>
                  <a:pt x="1506" y="974"/>
                </a:lnTo>
                <a:lnTo>
                  <a:pt x="1480" y="1054"/>
                </a:lnTo>
                <a:lnTo>
                  <a:pt x="1453" y="1094"/>
                </a:lnTo>
                <a:lnTo>
                  <a:pt x="1426" y="1120"/>
                </a:lnTo>
                <a:lnTo>
                  <a:pt x="1413" y="1147"/>
                </a:lnTo>
                <a:lnTo>
                  <a:pt x="1386" y="1160"/>
                </a:lnTo>
                <a:lnTo>
                  <a:pt x="1346" y="1174"/>
                </a:lnTo>
                <a:lnTo>
                  <a:pt x="1306" y="1187"/>
                </a:lnTo>
                <a:lnTo>
                  <a:pt x="1280" y="1214"/>
                </a:lnTo>
                <a:lnTo>
                  <a:pt x="1226" y="1227"/>
                </a:lnTo>
                <a:lnTo>
                  <a:pt x="1213" y="1254"/>
                </a:lnTo>
                <a:lnTo>
                  <a:pt x="1173" y="1280"/>
                </a:lnTo>
                <a:lnTo>
                  <a:pt x="1146" y="1280"/>
                </a:lnTo>
                <a:lnTo>
                  <a:pt x="1093" y="1294"/>
                </a:lnTo>
                <a:lnTo>
                  <a:pt x="1053" y="1307"/>
                </a:lnTo>
                <a:lnTo>
                  <a:pt x="1026" y="1307"/>
                </a:lnTo>
                <a:lnTo>
                  <a:pt x="986" y="1307"/>
                </a:lnTo>
                <a:lnTo>
                  <a:pt x="933" y="1307"/>
                </a:lnTo>
                <a:lnTo>
                  <a:pt x="853" y="1307"/>
                </a:lnTo>
                <a:lnTo>
                  <a:pt x="813" y="1307"/>
                </a:lnTo>
                <a:lnTo>
                  <a:pt x="786" y="1307"/>
                </a:lnTo>
                <a:lnTo>
                  <a:pt x="746" y="1294"/>
                </a:lnTo>
                <a:lnTo>
                  <a:pt x="693" y="1294"/>
                </a:lnTo>
                <a:lnTo>
                  <a:pt x="666" y="1280"/>
                </a:lnTo>
                <a:lnTo>
                  <a:pt x="626" y="1267"/>
                </a:lnTo>
                <a:lnTo>
                  <a:pt x="586" y="1240"/>
                </a:lnTo>
                <a:lnTo>
                  <a:pt x="533" y="1200"/>
                </a:lnTo>
                <a:lnTo>
                  <a:pt x="506" y="1187"/>
                </a:lnTo>
                <a:lnTo>
                  <a:pt x="466" y="1174"/>
                </a:lnTo>
                <a:lnTo>
                  <a:pt x="413" y="1134"/>
                </a:lnTo>
                <a:lnTo>
                  <a:pt x="360" y="1120"/>
                </a:lnTo>
                <a:lnTo>
                  <a:pt x="333" y="1094"/>
                </a:lnTo>
                <a:lnTo>
                  <a:pt x="306" y="1080"/>
                </a:lnTo>
                <a:lnTo>
                  <a:pt x="280" y="1040"/>
                </a:lnTo>
                <a:lnTo>
                  <a:pt x="253" y="1014"/>
                </a:lnTo>
                <a:lnTo>
                  <a:pt x="240" y="974"/>
                </a:lnTo>
                <a:lnTo>
                  <a:pt x="213" y="960"/>
                </a:lnTo>
                <a:lnTo>
                  <a:pt x="186" y="907"/>
                </a:lnTo>
                <a:lnTo>
                  <a:pt x="160" y="880"/>
                </a:lnTo>
                <a:lnTo>
                  <a:pt x="133" y="827"/>
                </a:lnTo>
                <a:lnTo>
                  <a:pt x="106" y="800"/>
                </a:lnTo>
                <a:lnTo>
                  <a:pt x="80" y="760"/>
                </a:lnTo>
                <a:lnTo>
                  <a:pt x="53" y="720"/>
                </a:lnTo>
                <a:lnTo>
                  <a:pt x="40" y="680"/>
                </a:lnTo>
                <a:lnTo>
                  <a:pt x="26" y="640"/>
                </a:lnTo>
                <a:lnTo>
                  <a:pt x="13" y="600"/>
                </a:lnTo>
                <a:lnTo>
                  <a:pt x="0" y="560"/>
                </a:lnTo>
                <a:lnTo>
                  <a:pt x="0" y="520"/>
                </a:lnTo>
                <a:lnTo>
                  <a:pt x="26" y="480"/>
                </a:lnTo>
                <a:lnTo>
                  <a:pt x="53" y="467"/>
                </a:lnTo>
                <a:lnTo>
                  <a:pt x="66" y="440"/>
                </a:lnTo>
                <a:lnTo>
                  <a:pt x="93" y="400"/>
                </a:lnTo>
                <a:lnTo>
                  <a:pt x="106" y="360"/>
                </a:lnTo>
                <a:lnTo>
                  <a:pt x="133" y="334"/>
                </a:lnTo>
                <a:lnTo>
                  <a:pt x="146" y="307"/>
                </a:lnTo>
                <a:lnTo>
                  <a:pt x="173" y="294"/>
                </a:lnTo>
                <a:lnTo>
                  <a:pt x="173" y="267"/>
                </a:lnTo>
              </a:path>
            </a:pathLst>
          </a:custGeom>
          <a:solidFill>
            <a:srgbClr val="FF99FF"/>
          </a:solidFill>
          <a:ln w="12700" cap="rnd">
            <a:solidFill>
              <a:schemeClr val="tx1"/>
            </a:solidFill>
            <a:round/>
            <a:headEnd/>
            <a:tailEnd/>
          </a:ln>
        </p:spPr>
        <p:txBody>
          <a:bodyPr/>
          <a:lstStyle/>
          <a:p>
            <a:endParaRPr lang="en-US"/>
          </a:p>
        </p:txBody>
      </p:sp>
      <p:sp>
        <p:nvSpPr>
          <p:cNvPr id="37897" name="Freeform 12"/>
          <p:cNvSpPr>
            <a:spLocks/>
          </p:cNvSpPr>
          <p:nvPr/>
        </p:nvSpPr>
        <p:spPr bwMode="auto">
          <a:xfrm>
            <a:off x="4700588" y="4384675"/>
            <a:ext cx="1395412" cy="1635125"/>
          </a:xfrm>
          <a:custGeom>
            <a:avLst/>
            <a:gdLst>
              <a:gd name="T0" fmla="*/ 2147483647 w 1116"/>
              <a:gd name="T1" fmla="*/ 2147483647 h 1231"/>
              <a:gd name="T2" fmla="*/ 2147483647 w 1116"/>
              <a:gd name="T3" fmla="*/ 2147483647 h 1231"/>
              <a:gd name="T4" fmla="*/ 2147483647 w 1116"/>
              <a:gd name="T5" fmla="*/ 2147483647 h 1231"/>
              <a:gd name="T6" fmla="*/ 2147483647 w 1116"/>
              <a:gd name="T7" fmla="*/ 2147483647 h 1231"/>
              <a:gd name="T8" fmla="*/ 2147483647 w 1116"/>
              <a:gd name="T9" fmla="*/ 2147483647 h 1231"/>
              <a:gd name="T10" fmla="*/ 2147483647 w 1116"/>
              <a:gd name="T11" fmla="*/ 2147483647 h 1231"/>
              <a:gd name="T12" fmla="*/ 2147483647 w 1116"/>
              <a:gd name="T13" fmla="*/ 2147483647 h 1231"/>
              <a:gd name="T14" fmla="*/ 2147483647 w 1116"/>
              <a:gd name="T15" fmla="*/ 2147483647 h 1231"/>
              <a:gd name="T16" fmla="*/ 2147483647 w 1116"/>
              <a:gd name="T17" fmla="*/ 2147483647 h 1231"/>
              <a:gd name="T18" fmla="*/ 2147483647 w 1116"/>
              <a:gd name="T19" fmla="*/ 2147483647 h 1231"/>
              <a:gd name="T20" fmla="*/ 2147483647 w 1116"/>
              <a:gd name="T21" fmla="*/ 2147483647 h 1231"/>
              <a:gd name="T22" fmla="*/ 2147483647 w 1116"/>
              <a:gd name="T23" fmla="*/ 2147483647 h 1231"/>
              <a:gd name="T24" fmla="*/ 2147483647 w 1116"/>
              <a:gd name="T25" fmla="*/ 2147483647 h 1231"/>
              <a:gd name="T26" fmla="*/ 2147483647 w 1116"/>
              <a:gd name="T27" fmla="*/ 0 h 1231"/>
              <a:gd name="T28" fmla="*/ 2147483647 w 1116"/>
              <a:gd name="T29" fmla="*/ 2147483647 h 1231"/>
              <a:gd name="T30" fmla="*/ 2147483647 w 1116"/>
              <a:gd name="T31" fmla="*/ 2147483647 h 1231"/>
              <a:gd name="T32" fmla="*/ 2147483647 w 1116"/>
              <a:gd name="T33" fmla="*/ 2147483647 h 1231"/>
              <a:gd name="T34" fmla="*/ 2147483647 w 1116"/>
              <a:gd name="T35" fmla="*/ 2147483647 h 1231"/>
              <a:gd name="T36" fmla="*/ 2147483647 w 1116"/>
              <a:gd name="T37" fmla="*/ 2147483647 h 1231"/>
              <a:gd name="T38" fmla="*/ 2147483647 w 1116"/>
              <a:gd name="T39" fmla="*/ 2147483647 h 1231"/>
              <a:gd name="T40" fmla="*/ 2147483647 w 1116"/>
              <a:gd name="T41" fmla="*/ 2147483647 h 1231"/>
              <a:gd name="T42" fmla="*/ 2147483647 w 1116"/>
              <a:gd name="T43" fmla="*/ 2147483647 h 1231"/>
              <a:gd name="T44" fmla="*/ 2147483647 w 1116"/>
              <a:gd name="T45" fmla="*/ 2147483647 h 1231"/>
              <a:gd name="T46" fmla="*/ 2147483647 w 1116"/>
              <a:gd name="T47" fmla="*/ 2147483647 h 1231"/>
              <a:gd name="T48" fmla="*/ 2147483647 w 1116"/>
              <a:gd name="T49" fmla="*/ 2147483647 h 1231"/>
              <a:gd name="T50" fmla="*/ 2147483647 w 1116"/>
              <a:gd name="T51" fmla="*/ 2147483647 h 1231"/>
              <a:gd name="T52" fmla="*/ 2147483647 w 1116"/>
              <a:gd name="T53" fmla="*/ 2147483647 h 1231"/>
              <a:gd name="T54" fmla="*/ 2147483647 w 1116"/>
              <a:gd name="T55" fmla="*/ 2147483647 h 1231"/>
              <a:gd name="T56" fmla="*/ 2147483647 w 1116"/>
              <a:gd name="T57" fmla="*/ 2147483647 h 1231"/>
              <a:gd name="T58" fmla="*/ 2147483647 w 1116"/>
              <a:gd name="T59" fmla="*/ 2147483647 h 1231"/>
              <a:gd name="T60" fmla="*/ 2147483647 w 1116"/>
              <a:gd name="T61" fmla="*/ 2147483647 h 1231"/>
              <a:gd name="T62" fmla="*/ 2147483647 w 1116"/>
              <a:gd name="T63" fmla="*/ 2147483647 h 1231"/>
              <a:gd name="T64" fmla="*/ 2147483647 w 1116"/>
              <a:gd name="T65" fmla="*/ 2147483647 h 1231"/>
              <a:gd name="T66" fmla="*/ 2147483647 w 1116"/>
              <a:gd name="T67" fmla="*/ 2147483647 h 1231"/>
              <a:gd name="T68" fmla="*/ 2147483647 w 1116"/>
              <a:gd name="T69" fmla="*/ 2147483647 h 1231"/>
              <a:gd name="T70" fmla="*/ 2147483647 w 1116"/>
              <a:gd name="T71" fmla="*/ 2147483647 h 1231"/>
              <a:gd name="T72" fmla="*/ 2147483647 w 1116"/>
              <a:gd name="T73" fmla="*/ 2147483647 h 1231"/>
              <a:gd name="T74" fmla="*/ 2147483647 w 1116"/>
              <a:gd name="T75" fmla="*/ 2147483647 h 1231"/>
              <a:gd name="T76" fmla="*/ 2147483647 w 1116"/>
              <a:gd name="T77" fmla="*/ 2147483647 h 1231"/>
              <a:gd name="T78" fmla="*/ 2147483647 w 1116"/>
              <a:gd name="T79" fmla="*/ 2147483647 h 1231"/>
              <a:gd name="T80" fmla="*/ 2147483647 w 1116"/>
              <a:gd name="T81" fmla="*/ 2147483647 h 1231"/>
              <a:gd name="T82" fmla="*/ 2147483647 w 1116"/>
              <a:gd name="T83" fmla="*/ 2147483647 h 1231"/>
              <a:gd name="T84" fmla="*/ 2147483647 w 1116"/>
              <a:gd name="T85" fmla="*/ 2147483647 h 1231"/>
              <a:gd name="T86" fmla="*/ 2147483647 w 1116"/>
              <a:gd name="T87" fmla="*/ 2147483647 h 1231"/>
              <a:gd name="T88" fmla="*/ 2147483647 w 1116"/>
              <a:gd name="T89" fmla="*/ 2147483647 h 1231"/>
              <a:gd name="T90" fmla="*/ 2147483647 w 1116"/>
              <a:gd name="T91" fmla="*/ 2147483647 h 1231"/>
              <a:gd name="T92" fmla="*/ 2147483647 w 1116"/>
              <a:gd name="T93" fmla="*/ 2147483647 h 1231"/>
              <a:gd name="T94" fmla="*/ 2147483647 w 1116"/>
              <a:gd name="T95" fmla="*/ 2147483647 h 123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116"/>
              <a:gd name="T145" fmla="*/ 0 h 1231"/>
              <a:gd name="T146" fmla="*/ 1116 w 1116"/>
              <a:gd name="T147" fmla="*/ 1231 h 123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116" h="1231">
                <a:moveTo>
                  <a:pt x="56" y="663"/>
                </a:moveTo>
                <a:lnTo>
                  <a:pt x="106" y="680"/>
                </a:lnTo>
                <a:lnTo>
                  <a:pt x="148" y="684"/>
                </a:lnTo>
                <a:lnTo>
                  <a:pt x="201" y="683"/>
                </a:lnTo>
                <a:lnTo>
                  <a:pt x="228" y="675"/>
                </a:lnTo>
                <a:lnTo>
                  <a:pt x="267" y="664"/>
                </a:lnTo>
                <a:lnTo>
                  <a:pt x="299" y="628"/>
                </a:lnTo>
                <a:lnTo>
                  <a:pt x="331" y="592"/>
                </a:lnTo>
                <a:lnTo>
                  <a:pt x="335" y="564"/>
                </a:lnTo>
                <a:lnTo>
                  <a:pt x="342" y="534"/>
                </a:lnTo>
                <a:lnTo>
                  <a:pt x="345" y="492"/>
                </a:lnTo>
                <a:lnTo>
                  <a:pt x="347" y="450"/>
                </a:lnTo>
                <a:lnTo>
                  <a:pt x="336" y="411"/>
                </a:lnTo>
                <a:lnTo>
                  <a:pt x="325" y="373"/>
                </a:lnTo>
                <a:lnTo>
                  <a:pt x="329" y="331"/>
                </a:lnTo>
                <a:lnTo>
                  <a:pt x="331" y="288"/>
                </a:lnTo>
                <a:lnTo>
                  <a:pt x="321" y="249"/>
                </a:lnTo>
                <a:lnTo>
                  <a:pt x="324" y="208"/>
                </a:lnTo>
                <a:lnTo>
                  <a:pt x="339" y="162"/>
                </a:lnTo>
                <a:lnTo>
                  <a:pt x="354" y="117"/>
                </a:lnTo>
                <a:lnTo>
                  <a:pt x="376" y="98"/>
                </a:lnTo>
                <a:lnTo>
                  <a:pt x="400" y="77"/>
                </a:lnTo>
                <a:lnTo>
                  <a:pt x="405" y="49"/>
                </a:lnTo>
                <a:lnTo>
                  <a:pt x="431" y="41"/>
                </a:lnTo>
                <a:lnTo>
                  <a:pt x="471" y="31"/>
                </a:lnTo>
                <a:lnTo>
                  <a:pt x="509" y="21"/>
                </a:lnTo>
                <a:lnTo>
                  <a:pt x="548" y="11"/>
                </a:lnTo>
                <a:lnTo>
                  <a:pt x="586" y="0"/>
                </a:lnTo>
                <a:lnTo>
                  <a:pt x="627" y="3"/>
                </a:lnTo>
                <a:lnTo>
                  <a:pt x="673" y="19"/>
                </a:lnTo>
                <a:lnTo>
                  <a:pt x="715" y="21"/>
                </a:lnTo>
                <a:lnTo>
                  <a:pt x="734" y="43"/>
                </a:lnTo>
                <a:lnTo>
                  <a:pt x="765" y="48"/>
                </a:lnTo>
                <a:lnTo>
                  <a:pt x="813" y="77"/>
                </a:lnTo>
                <a:lnTo>
                  <a:pt x="832" y="100"/>
                </a:lnTo>
                <a:lnTo>
                  <a:pt x="866" y="118"/>
                </a:lnTo>
                <a:lnTo>
                  <a:pt x="908" y="121"/>
                </a:lnTo>
                <a:lnTo>
                  <a:pt x="928" y="143"/>
                </a:lnTo>
                <a:lnTo>
                  <a:pt x="961" y="161"/>
                </a:lnTo>
                <a:lnTo>
                  <a:pt x="980" y="184"/>
                </a:lnTo>
                <a:lnTo>
                  <a:pt x="1000" y="206"/>
                </a:lnTo>
                <a:lnTo>
                  <a:pt x="1023" y="241"/>
                </a:lnTo>
                <a:lnTo>
                  <a:pt x="1046" y="276"/>
                </a:lnTo>
                <a:lnTo>
                  <a:pt x="1069" y="312"/>
                </a:lnTo>
                <a:lnTo>
                  <a:pt x="1082" y="363"/>
                </a:lnTo>
                <a:lnTo>
                  <a:pt x="1104" y="386"/>
                </a:lnTo>
                <a:lnTo>
                  <a:pt x="1115" y="425"/>
                </a:lnTo>
                <a:lnTo>
                  <a:pt x="1098" y="470"/>
                </a:lnTo>
                <a:lnTo>
                  <a:pt x="1082" y="516"/>
                </a:lnTo>
                <a:lnTo>
                  <a:pt x="1068" y="561"/>
                </a:lnTo>
                <a:lnTo>
                  <a:pt x="1045" y="580"/>
                </a:lnTo>
                <a:lnTo>
                  <a:pt x="1039" y="610"/>
                </a:lnTo>
                <a:lnTo>
                  <a:pt x="1016" y="629"/>
                </a:lnTo>
                <a:lnTo>
                  <a:pt x="993" y="650"/>
                </a:lnTo>
                <a:lnTo>
                  <a:pt x="959" y="673"/>
                </a:lnTo>
                <a:lnTo>
                  <a:pt x="926" y="709"/>
                </a:lnTo>
                <a:lnTo>
                  <a:pt x="908" y="743"/>
                </a:lnTo>
                <a:lnTo>
                  <a:pt x="885" y="761"/>
                </a:lnTo>
                <a:lnTo>
                  <a:pt x="880" y="791"/>
                </a:lnTo>
                <a:lnTo>
                  <a:pt x="873" y="821"/>
                </a:lnTo>
                <a:lnTo>
                  <a:pt x="872" y="863"/>
                </a:lnTo>
                <a:lnTo>
                  <a:pt x="869" y="905"/>
                </a:lnTo>
                <a:lnTo>
                  <a:pt x="850" y="936"/>
                </a:lnTo>
                <a:lnTo>
                  <a:pt x="845" y="966"/>
                </a:lnTo>
                <a:lnTo>
                  <a:pt x="824" y="999"/>
                </a:lnTo>
                <a:lnTo>
                  <a:pt x="806" y="1032"/>
                </a:lnTo>
                <a:lnTo>
                  <a:pt x="771" y="1054"/>
                </a:lnTo>
                <a:lnTo>
                  <a:pt x="739" y="1090"/>
                </a:lnTo>
                <a:lnTo>
                  <a:pt x="695" y="1130"/>
                </a:lnTo>
                <a:lnTo>
                  <a:pt x="672" y="1150"/>
                </a:lnTo>
                <a:lnTo>
                  <a:pt x="624" y="1177"/>
                </a:lnTo>
                <a:lnTo>
                  <a:pt x="602" y="1197"/>
                </a:lnTo>
                <a:lnTo>
                  <a:pt x="566" y="1219"/>
                </a:lnTo>
                <a:lnTo>
                  <a:pt x="529" y="1230"/>
                </a:lnTo>
                <a:lnTo>
                  <a:pt x="487" y="1228"/>
                </a:lnTo>
                <a:lnTo>
                  <a:pt x="428" y="1216"/>
                </a:lnTo>
                <a:lnTo>
                  <a:pt x="401" y="1222"/>
                </a:lnTo>
                <a:lnTo>
                  <a:pt x="360" y="1219"/>
                </a:lnTo>
                <a:lnTo>
                  <a:pt x="327" y="1200"/>
                </a:lnTo>
                <a:lnTo>
                  <a:pt x="298" y="1195"/>
                </a:lnTo>
                <a:lnTo>
                  <a:pt x="278" y="1172"/>
                </a:lnTo>
                <a:lnTo>
                  <a:pt x="268" y="1133"/>
                </a:lnTo>
                <a:lnTo>
                  <a:pt x="228" y="1090"/>
                </a:lnTo>
                <a:lnTo>
                  <a:pt x="209" y="1067"/>
                </a:lnTo>
                <a:lnTo>
                  <a:pt x="172" y="1035"/>
                </a:lnTo>
                <a:lnTo>
                  <a:pt x="136" y="1003"/>
                </a:lnTo>
                <a:lnTo>
                  <a:pt x="112" y="968"/>
                </a:lnTo>
                <a:lnTo>
                  <a:pt x="90" y="933"/>
                </a:lnTo>
                <a:lnTo>
                  <a:pt x="65" y="898"/>
                </a:lnTo>
                <a:lnTo>
                  <a:pt x="44" y="862"/>
                </a:lnTo>
                <a:lnTo>
                  <a:pt x="33" y="824"/>
                </a:lnTo>
                <a:lnTo>
                  <a:pt x="10" y="789"/>
                </a:lnTo>
                <a:lnTo>
                  <a:pt x="0" y="750"/>
                </a:lnTo>
                <a:lnTo>
                  <a:pt x="14" y="704"/>
                </a:lnTo>
                <a:lnTo>
                  <a:pt x="37" y="686"/>
                </a:lnTo>
                <a:lnTo>
                  <a:pt x="63" y="679"/>
                </a:lnTo>
                <a:lnTo>
                  <a:pt x="56" y="652"/>
                </a:lnTo>
              </a:path>
            </a:pathLst>
          </a:custGeom>
          <a:noFill/>
          <a:ln w="25400" cap="rnd">
            <a:solidFill>
              <a:schemeClr val="tx1"/>
            </a:solidFill>
            <a:round/>
            <a:headEnd/>
            <a:tailEnd/>
          </a:ln>
        </p:spPr>
        <p:txBody>
          <a:bodyPr/>
          <a:lstStyle/>
          <a:p>
            <a:endParaRPr lang="en-US"/>
          </a:p>
        </p:txBody>
      </p:sp>
      <p:sp>
        <p:nvSpPr>
          <p:cNvPr id="37898" name="Freeform 13"/>
          <p:cNvSpPr>
            <a:spLocks/>
          </p:cNvSpPr>
          <p:nvPr/>
        </p:nvSpPr>
        <p:spPr bwMode="auto">
          <a:xfrm>
            <a:off x="4441825" y="3810000"/>
            <a:ext cx="1155700" cy="1262063"/>
          </a:xfrm>
          <a:custGeom>
            <a:avLst/>
            <a:gdLst>
              <a:gd name="T0" fmla="*/ 2147483647 w 924"/>
              <a:gd name="T1" fmla="*/ 2147483647 h 950"/>
              <a:gd name="T2" fmla="*/ 2147483647 w 924"/>
              <a:gd name="T3" fmla="*/ 2147483647 h 950"/>
              <a:gd name="T4" fmla="*/ 2147483647 w 924"/>
              <a:gd name="T5" fmla="*/ 2147483647 h 950"/>
              <a:gd name="T6" fmla="*/ 0 w 924"/>
              <a:gd name="T7" fmla="*/ 2147483647 h 950"/>
              <a:gd name="T8" fmla="*/ 2147483647 w 924"/>
              <a:gd name="T9" fmla="*/ 2147483647 h 950"/>
              <a:gd name="T10" fmla="*/ 2147483647 w 924"/>
              <a:gd name="T11" fmla="*/ 2147483647 h 950"/>
              <a:gd name="T12" fmla="*/ 2147483647 w 924"/>
              <a:gd name="T13" fmla="*/ 2147483647 h 950"/>
              <a:gd name="T14" fmla="*/ 2147483647 w 924"/>
              <a:gd name="T15" fmla="*/ 2147483647 h 950"/>
              <a:gd name="T16" fmla="*/ 2147483647 w 924"/>
              <a:gd name="T17" fmla="*/ 2147483647 h 950"/>
              <a:gd name="T18" fmla="*/ 2147483647 w 924"/>
              <a:gd name="T19" fmla="*/ 2147483647 h 950"/>
              <a:gd name="T20" fmla="*/ 2147483647 w 924"/>
              <a:gd name="T21" fmla="*/ 2147483647 h 950"/>
              <a:gd name="T22" fmla="*/ 2147483647 w 924"/>
              <a:gd name="T23" fmla="*/ 2147483647 h 950"/>
              <a:gd name="T24" fmla="*/ 2147483647 w 924"/>
              <a:gd name="T25" fmla="*/ 2147483647 h 950"/>
              <a:gd name="T26" fmla="*/ 2147483647 w 924"/>
              <a:gd name="T27" fmla="*/ 2147483647 h 950"/>
              <a:gd name="T28" fmla="*/ 2147483647 w 924"/>
              <a:gd name="T29" fmla="*/ 2147483647 h 950"/>
              <a:gd name="T30" fmla="*/ 2147483647 w 924"/>
              <a:gd name="T31" fmla="*/ 2147483647 h 950"/>
              <a:gd name="T32" fmla="*/ 2147483647 w 924"/>
              <a:gd name="T33" fmla="*/ 2147483647 h 950"/>
              <a:gd name="T34" fmla="*/ 2147483647 w 924"/>
              <a:gd name="T35" fmla="*/ 2147483647 h 950"/>
              <a:gd name="T36" fmla="*/ 2147483647 w 924"/>
              <a:gd name="T37" fmla="*/ 2147483647 h 950"/>
              <a:gd name="T38" fmla="*/ 2147483647 w 924"/>
              <a:gd name="T39" fmla="*/ 2147483647 h 950"/>
              <a:gd name="T40" fmla="*/ 2147483647 w 924"/>
              <a:gd name="T41" fmla="*/ 2147483647 h 950"/>
              <a:gd name="T42" fmla="*/ 2147483647 w 924"/>
              <a:gd name="T43" fmla="*/ 0 h 950"/>
              <a:gd name="T44" fmla="*/ 2147483647 w 924"/>
              <a:gd name="T45" fmla="*/ 2147483647 h 950"/>
              <a:gd name="T46" fmla="*/ 2147483647 w 924"/>
              <a:gd name="T47" fmla="*/ 2147483647 h 950"/>
              <a:gd name="T48" fmla="*/ 2147483647 w 924"/>
              <a:gd name="T49" fmla="*/ 2147483647 h 950"/>
              <a:gd name="T50" fmla="*/ 2147483647 w 924"/>
              <a:gd name="T51" fmla="*/ 2147483647 h 950"/>
              <a:gd name="T52" fmla="*/ 2147483647 w 924"/>
              <a:gd name="T53" fmla="*/ 2147483647 h 950"/>
              <a:gd name="T54" fmla="*/ 2147483647 w 924"/>
              <a:gd name="T55" fmla="*/ 2147483647 h 950"/>
              <a:gd name="T56" fmla="*/ 2147483647 w 924"/>
              <a:gd name="T57" fmla="*/ 2147483647 h 950"/>
              <a:gd name="T58" fmla="*/ 2147483647 w 924"/>
              <a:gd name="T59" fmla="*/ 2147483647 h 950"/>
              <a:gd name="T60" fmla="*/ 2147483647 w 924"/>
              <a:gd name="T61" fmla="*/ 2147483647 h 950"/>
              <a:gd name="T62" fmla="*/ 2147483647 w 924"/>
              <a:gd name="T63" fmla="*/ 2147483647 h 950"/>
              <a:gd name="T64" fmla="*/ 2147483647 w 924"/>
              <a:gd name="T65" fmla="*/ 2147483647 h 950"/>
              <a:gd name="T66" fmla="*/ 2147483647 w 924"/>
              <a:gd name="T67" fmla="*/ 2147483647 h 950"/>
              <a:gd name="T68" fmla="*/ 2147483647 w 924"/>
              <a:gd name="T69" fmla="*/ 2147483647 h 950"/>
              <a:gd name="T70" fmla="*/ 2147483647 w 924"/>
              <a:gd name="T71" fmla="*/ 2147483647 h 950"/>
              <a:gd name="T72" fmla="*/ 2147483647 w 924"/>
              <a:gd name="T73" fmla="*/ 2147483647 h 950"/>
              <a:gd name="T74" fmla="*/ 2147483647 w 924"/>
              <a:gd name="T75" fmla="*/ 2147483647 h 950"/>
              <a:gd name="T76" fmla="*/ 2147483647 w 924"/>
              <a:gd name="T77" fmla="*/ 2147483647 h 950"/>
              <a:gd name="T78" fmla="*/ 2147483647 w 924"/>
              <a:gd name="T79" fmla="*/ 2147483647 h 950"/>
              <a:gd name="T80" fmla="*/ 2147483647 w 924"/>
              <a:gd name="T81" fmla="*/ 2147483647 h 950"/>
              <a:gd name="T82" fmla="*/ 2147483647 w 924"/>
              <a:gd name="T83" fmla="*/ 2147483647 h 950"/>
              <a:gd name="T84" fmla="*/ 2147483647 w 924"/>
              <a:gd name="T85" fmla="*/ 2147483647 h 950"/>
              <a:gd name="T86" fmla="*/ 2147483647 w 924"/>
              <a:gd name="T87" fmla="*/ 2147483647 h 950"/>
              <a:gd name="T88" fmla="*/ 2147483647 w 924"/>
              <a:gd name="T89" fmla="*/ 2147483647 h 950"/>
              <a:gd name="T90" fmla="*/ 2147483647 w 924"/>
              <a:gd name="T91" fmla="*/ 2147483647 h 950"/>
              <a:gd name="T92" fmla="*/ 2147483647 w 924"/>
              <a:gd name="T93" fmla="*/ 2147483647 h 950"/>
              <a:gd name="T94" fmla="*/ 2147483647 w 924"/>
              <a:gd name="T95" fmla="*/ 2147483647 h 950"/>
              <a:gd name="T96" fmla="*/ 2147483647 w 924"/>
              <a:gd name="T97" fmla="*/ 2147483647 h 950"/>
              <a:gd name="T98" fmla="*/ 2147483647 w 924"/>
              <a:gd name="T99" fmla="*/ 2147483647 h 950"/>
              <a:gd name="T100" fmla="*/ 2147483647 w 924"/>
              <a:gd name="T101" fmla="*/ 2147483647 h 950"/>
              <a:gd name="T102" fmla="*/ 2147483647 w 924"/>
              <a:gd name="T103" fmla="*/ 2147483647 h 950"/>
              <a:gd name="T104" fmla="*/ 2147483647 w 924"/>
              <a:gd name="T105" fmla="*/ 2147483647 h 950"/>
              <a:gd name="T106" fmla="*/ 2147483647 w 924"/>
              <a:gd name="T107" fmla="*/ 2147483647 h 950"/>
              <a:gd name="T108" fmla="*/ 2147483647 w 924"/>
              <a:gd name="T109" fmla="*/ 2147483647 h 950"/>
              <a:gd name="T110" fmla="*/ 2147483647 w 924"/>
              <a:gd name="T111" fmla="*/ 2147483647 h 950"/>
              <a:gd name="T112" fmla="*/ 2147483647 w 924"/>
              <a:gd name="T113" fmla="*/ 2147483647 h 950"/>
              <a:gd name="T114" fmla="*/ 2147483647 w 924"/>
              <a:gd name="T115" fmla="*/ 2147483647 h 950"/>
              <a:gd name="T116" fmla="*/ 2147483647 w 924"/>
              <a:gd name="T117" fmla="*/ 2147483647 h 950"/>
              <a:gd name="T118" fmla="*/ 2147483647 w 924"/>
              <a:gd name="T119" fmla="*/ 2147483647 h 950"/>
              <a:gd name="T120" fmla="*/ 2147483647 w 924"/>
              <a:gd name="T121" fmla="*/ 2147483647 h 950"/>
              <a:gd name="T122" fmla="*/ 2147483647 w 924"/>
              <a:gd name="T123" fmla="*/ 2147483647 h 950"/>
              <a:gd name="T124" fmla="*/ 2147483647 w 924"/>
              <a:gd name="T125" fmla="*/ 2147483647 h 95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924"/>
              <a:gd name="T190" fmla="*/ 0 h 950"/>
              <a:gd name="T191" fmla="*/ 924 w 924"/>
              <a:gd name="T192" fmla="*/ 950 h 95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924" h="950">
                <a:moveTo>
                  <a:pt x="42" y="799"/>
                </a:moveTo>
                <a:lnTo>
                  <a:pt x="5" y="771"/>
                </a:lnTo>
                <a:lnTo>
                  <a:pt x="4" y="704"/>
                </a:lnTo>
                <a:lnTo>
                  <a:pt x="0" y="655"/>
                </a:lnTo>
                <a:lnTo>
                  <a:pt x="15" y="610"/>
                </a:lnTo>
                <a:lnTo>
                  <a:pt x="20" y="573"/>
                </a:lnTo>
                <a:lnTo>
                  <a:pt x="45" y="518"/>
                </a:lnTo>
                <a:lnTo>
                  <a:pt x="59" y="491"/>
                </a:lnTo>
                <a:lnTo>
                  <a:pt x="90" y="467"/>
                </a:lnTo>
                <a:lnTo>
                  <a:pt x="114" y="432"/>
                </a:lnTo>
                <a:lnTo>
                  <a:pt x="155" y="400"/>
                </a:lnTo>
                <a:lnTo>
                  <a:pt x="178" y="364"/>
                </a:lnTo>
                <a:lnTo>
                  <a:pt x="204" y="310"/>
                </a:lnTo>
                <a:lnTo>
                  <a:pt x="238" y="266"/>
                </a:lnTo>
                <a:lnTo>
                  <a:pt x="262" y="231"/>
                </a:lnTo>
                <a:lnTo>
                  <a:pt x="296" y="189"/>
                </a:lnTo>
                <a:lnTo>
                  <a:pt x="300" y="151"/>
                </a:lnTo>
                <a:lnTo>
                  <a:pt x="344" y="99"/>
                </a:lnTo>
                <a:lnTo>
                  <a:pt x="369" y="45"/>
                </a:lnTo>
                <a:lnTo>
                  <a:pt x="429" y="15"/>
                </a:lnTo>
                <a:lnTo>
                  <a:pt x="470" y="1"/>
                </a:lnTo>
                <a:lnTo>
                  <a:pt x="537" y="0"/>
                </a:lnTo>
                <a:lnTo>
                  <a:pt x="593" y="6"/>
                </a:lnTo>
                <a:lnTo>
                  <a:pt x="650" y="13"/>
                </a:lnTo>
                <a:lnTo>
                  <a:pt x="740" y="44"/>
                </a:lnTo>
                <a:lnTo>
                  <a:pt x="795" y="69"/>
                </a:lnTo>
                <a:lnTo>
                  <a:pt x="811" y="90"/>
                </a:lnTo>
                <a:lnTo>
                  <a:pt x="846" y="114"/>
                </a:lnTo>
                <a:lnTo>
                  <a:pt x="871" y="145"/>
                </a:lnTo>
                <a:lnTo>
                  <a:pt x="885" y="185"/>
                </a:lnTo>
                <a:lnTo>
                  <a:pt x="899" y="225"/>
                </a:lnTo>
                <a:lnTo>
                  <a:pt x="911" y="283"/>
                </a:lnTo>
                <a:lnTo>
                  <a:pt x="916" y="312"/>
                </a:lnTo>
                <a:lnTo>
                  <a:pt x="917" y="379"/>
                </a:lnTo>
                <a:lnTo>
                  <a:pt x="923" y="408"/>
                </a:lnTo>
                <a:lnTo>
                  <a:pt x="918" y="446"/>
                </a:lnTo>
                <a:lnTo>
                  <a:pt x="914" y="483"/>
                </a:lnTo>
                <a:lnTo>
                  <a:pt x="900" y="528"/>
                </a:lnTo>
                <a:lnTo>
                  <a:pt x="879" y="545"/>
                </a:lnTo>
                <a:lnTo>
                  <a:pt x="865" y="572"/>
                </a:lnTo>
                <a:lnTo>
                  <a:pt x="842" y="607"/>
                </a:lnTo>
                <a:lnTo>
                  <a:pt x="790" y="648"/>
                </a:lnTo>
                <a:lnTo>
                  <a:pt x="758" y="673"/>
                </a:lnTo>
                <a:lnTo>
                  <a:pt x="737" y="689"/>
                </a:lnTo>
                <a:lnTo>
                  <a:pt x="724" y="717"/>
                </a:lnTo>
                <a:lnTo>
                  <a:pt x="674" y="738"/>
                </a:lnTo>
                <a:lnTo>
                  <a:pt x="643" y="763"/>
                </a:lnTo>
                <a:lnTo>
                  <a:pt x="621" y="780"/>
                </a:lnTo>
                <a:lnTo>
                  <a:pt x="561" y="809"/>
                </a:lnTo>
                <a:lnTo>
                  <a:pt x="502" y="822"/>
                </a:lnTo>
                <a:lnTo>
                  <a:pt x="470" y="846"/>
                </a:lnTo>
                <a:lnTo>
                  <a:pt x="431" y="861"/>
                </a:lnTo>
                <a:lnTo>
                  <a:pt x="399" y="885"/>
                </a:lnTo>
                <a:lnTo>
                  <a:pt x="340" y="897"/>
                </a:lnTo>
                <a:lnTo>
                  <a:pt x="319" y="914"/>
                </a:lnTo>
                <a:lnTo>
                  <a:pt x="214" y="929"/>
                </a:lnTo>
                <a:lnTo>
                  <a:pt x="174" y="944"/>
                </a:lnTo>
                <a:lnTo>
                  <a:pt x="144" y="949"/>
                </a:lnTo>
                <a:lnTo>
                  <a:pt x="120" y="917"/>
                </a:lnTo>
                <a:lnTo>
                  <a:pt x="95" y="886"/>
                </a:lnTo>
                <a:lnTo>
                  <a:pt x="81" y="846"/>
                </a:lnTo>
                <a:lnTo>
                  <a:pt x="46" y="823"/>
                </a:lnTo>
                <a:lnTo>
                  <a:pt x="42" y="799"/>
                </a:lnTo>
              </a:path>
            </a:pathLst>
          </a:custGeom>
          <a:noFill/>
          <a:ln w="25400" cap="rnd">
            <a:solidFill>
              <a:schemeClr val="tx1"/>
            </a:solidFill>
            <a:round/>
            <a:headEnd/>
            <a:tailEnd/>
          </a:ln>
        </p:spPr>
        <p:txBody>
          <a:bodyPr/>
          <a:lstStyle/>
          <a:p>
            <a:endParaRPr lang="en-US"/>
          </a:p>
        </p:txBody>
      </p:sp>
      <p:sp>
        <p:nvSpPr>
          <p:cNvPr id="37900" name="Oval 15"/>
          <p:cNvSpPr>
            <a:spLocks noChangeArrowheads="1"/>
          </p:cNvSpPr>
          <p:nvPr/>
        </p:nvSpPr>
        <p:spPr bwMode="auto">
          <a:xfrm>
            <a:off x="5791200" y="1477963"/>
            <a:ext cx="1220788" cy="1104900"/>
          </a:xfrm>
          <a:prstGeom prst="ellipse">
            <a:avLst/>
          </a:prstGeom>
          <a:solidFill>
            <a:srgbClr val="FF99FF"/>
          </a:solidFill>
          <a:ln w="12700">
            <a:solidFill>
              <a:schemeClr val="tx1"/>
            </a:solidFill>
            <a:round/>
            <a:headEnd/>
            <a:tailEnd/>
          </a:ln>
        </p:spPr>
        <p:txBody>
          <a:bodyPr wrap="none" anchor="ctr"/>
          <a:lstStyle/>
          <a:p>
            <a:endParaRPr lang="en-US"/>
          </a:p>
        </p:txBody>
      </p:sp>
      <p:sp>
        <p:nvSpPr>
          <p:cNvPr id="37903" name="Text Box 18"/>
          <p:cNvSpPr txBox="1">
            <a:spLocks noChangeArrowheads="1"/>
          </p:cNvSpPr>
          <p:nvPr/>
        </p:nvSpPr>
        <p:spPr bwMode="auto">
          <a:xfrm>
            <a:off x="990600" y="2819400"/>
            <a:ext cx="1384300" cy="822325"/>
          </a:xfrm>
          <a:prstGeom prst="rect">
            <a:avLst/>
          </a:prstGeom>
          <a:noFill/>
          <a:ln w="9525">
            <a:noFill/>
            <a:miter lim="800000"/>
            <a:headEnd/>
            <a:tailEnd/>
          </a:ln>
        </p:spPr>
        <p:txBody>
          <a:bodyPr>
            <a:spAutoFit/>
          </a:bodyPr>
          <a:lstStyle/>
          <a:p>
            <a:r>
              <a:rPr lang="en-US"/>
              <a:t>Factitious</a:t>
            </a:r>
          </a:p>
          <a:p>
            <a:endParaRPr lang="en-US" b="1"/>
          </a:p>
        </p:txBody>
      </p:sp>
      <p:sp>
        <p:nvSpPr>
          <p:cNvPr id="37904" name="Text Box 19"/>
          <p:cNvSpPr txBox="1">
            <a:spLocks noChangeArrowheads="1"/>
          </p:cNvSpPr>
          <p:nvPr/>
        </p:nvSpPr>
        <p:spPr bwMode="auto">
          <a:xfrm>
            <a:off x="5561806" y="3124200"/>
            <a:ext cx="2679700" cy="457200"/>
          </a:xfrm>
          <a:prstGeom prst="rect">
            <a:avLst/>
          </a:prstGeom>
          <a:noFill/>
          <a:ln w="9525">
            <a:noFill/>
            <a:miter lim="800000"/>
            <a:headEnd/>
            <a:tailEnd/>
          </a:ln>
        </p:spPr>
        <p:txBody>
          <a:bodyPr wrap="none">
            <a:spAutoFit/>
          </a:bodyPr>
          <a:lstStyle/>
          <a:p>
            <a:pPr eaLnBrk="0" hangingPunct="0"/>
            <a:r>
              <a:rPr lang="en-US" b="1"/>
              <a:t>Idealized Coverage</a:t>
            </a:r>
            <a:endParaRPr lang="en-US"/>
          </a:p>
        </p:txBody>
      </p:sp>
      <p:sp>
        <p:nvSpPr>
          <p:cNvPr id="37905" name="Text Box 20"/>
          <p:cNvSpPr txBox="1">
            <a:spLocks noChangeArrowheads="1"/>
          </p:cNvSpPr>
          <p:nvPr/>
        </p:nvSpPr>
        <p:spPr bwMode="auto">
          <a:xfrm>
            <a:off x="3962400" y="6019800"/>
            <a:ext cx="1216025" cy="457200"/>
          </a:xfrm>
          <a:prstGeom prst="rect">
            <a:avLst/>
          </a:prstGeom>
          <a:noFill/>
          <a:ln w="9525">
            <a:noFill/>
            <a:miter lim="800000"/>
            <a:headEnd/>
            <a:tailEnd/>
          </a:ln>
        </p:spPr>
        <p:txBody>
          <a:bodyPr wrap="none">
            <a:spAutoFit/>
          </a:bodyPr>
          <a:lstStyle/>
          <a:p>
            <a:pPr eaLnBrk="0" hangingPunct="0"/>
            <a:r>
              <a:rPr lang="en-US" b="1"/>
              <a:t>Reality!</a:t>
            </a:r>
            <a:endParaRPr lang="en-US"/>
          </a:p>
        </p:txBody>
      </p:sp>
      <p:sp>
        <p:nvSpPr>
          <p:cNvPr id="37906" name="Text Box 21"/>
          <p:cNvSpPr txBox="1">
            <a:spLocks noChangeArrowheads="1"/>
          </p:cNvSpPr>
          <p:nvPr/>
        </p:nvSpPr>
        <p:spPr bwMode="auto">
          <a:xfrm>
            <a:off x="1287463" y="5191125"/>
            <a:ext cx="1317625" cy="457200"/>
          </a:xfrm>
          <a:prstGeom prst="rect">
            <a:avLst/>
          </a:prstGeom>
          <a:noFill/>
          <a:ln w="9525">
            <a:noFill/>
            <a:miter lim="800000"/>
            <a:headEnd/>
            <a:tailEnd/>
          </a:ln>
        </p:spPr>
        <p:txBody>
          <a:bodyPr wrap="none">
            <a:spAutoFit/>
          </a:bodyPr>
          <a:lstStyle/>
          <a:p>
            <a:pPr eaLnBrk="0" hangingPunct="0"/>
            <a:r>
              <a:rPr lang="en-US"/>
              <a:t>Footprint</a:t>
            </a:r>
          </a:p>
        </p:txBody>
      </p:sp>
      <p:sp>
        <p:nvSpPr>
          <p:cNvPr id="37907" name="Line 22"/>
          <p:cNvSpPr>
            <a:spLocks noChangeShapeType="1"/>
          </p:cNvSpPr>
          <p:nvPr/>
        </p:nvSpPr>
        <p:spPr bwMode="auto">
          <a:xfrm flipV="1">
            <a:off x="2727325" y="5205413"/>
            <a:ext cx="1135063" cy="247650"/>
          </a:xfrm>
          <a:prstGeom prst="line">
            <a:avLst/>
          </a:prstGeom>
          <a:noFill/>
          <a:ln w="28575">
            <a:solidFill>
              <a:schemeClr val="tx1"/>
            </a:solidFill>
            <a:round/>
            <a:headEnd/>
            <a:tailEnd type="triangle" w="med" len="med"/>
          </a:ln>
        </p:spPr>
        <p:txBody>
          <a:bodyPr wrap="none" anchor="ctr"/>
          <a:lstStyle/>
          <a:p>
            <a:endParaRPr lang="en-US"/>
          </a:p>
        </p:txBody>
      </p:sp>
      <p:sp>
        <p:nvSpPr>
          <p:cNvPr id="37899" name="Oval 14"/>
          <p:cNvSpPr>
            <a:spLocks noChangeArrowheads="1"/>
          </p:cNvSpPr>
          <p:nvPr/>
        </p:nvSpPr>
        <p:spPr bwMode="auto">
          <a:xfrm>
            <a:off x="6507163" y="742482"/>
            <a:ext cx="1220787" cy="1106488"/>
          </a:xfrm>
          <a:prstGeom prst="ellipse">
            <a:avLst/>
          </a:prstGeom>
          <a:solidFill>
            <a:srgbClr val="0066FF">
              <a:alpha val="28000"/>
            </a:srgbClr>
          </a:solidFill>
          <a:ln w="12700">
            <a:solidFill>
              <a:schemeClr val="tx1"/>
            </a:solidFill>
            <a:round/>
            <a:headEnd/>
            <a:tailEnd/>
          </a:ln>
        </p:spPr>
        <p:txBody>
          <a:bodyPr wrap="none" anchor="ctr"/>
          <a:lstStyle/>
          <a:p>
            <a:endParaRPr lang="en-US"/>
          </a:p>
        </p:txBody>
      </p:sp>
    </p:spTree>
  </p:cSld>
  <p:clrMapOvr>
    <a:masterClrMapping/>
  </p:clrMapOvr>
  <p:transition spd="med">
    <p:whee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p:spPr>
        <p:txBody>
          <a:bodyPr/>
          <a:lstStyle/>
          <a:p>
            <a:fld id="{03E99419-8EB8-413A-A540-54F1ACD4E225}" type="slidenum">
              <a:rPr lang="en-US" smtClean="0"/>
              <a:pPr/>
              <a:t>25</a:t>
            </a:fld>
            <a:endParaRPr lang="en-US"/>
          </a:p>
        </p:txBody>
      </p:sp>
      <p:sp>
        <p:nvSpPr>
          <p:cNvPr id="40963" name="Rectangle 2"/>
          <p:cNvSpPr>
            <a:spLocks noGrp="1" noChangeArrowheads="1"/>
          </p:cNvSpPr>
          <p:nvPr>
            <p:ph type="title"/>
          </p:nvPr>
        </p:nvSpPr>
        <p:spPr>
          <a:xfrm>
            <a:off x="2057400" y="342900"/>
            <a:ext cx="5334000" cy="609600"/>
          </a:xfrm>
          <a:solidFill>
            <a:schemeClr val="accent1"/>
          </a:solidFill>
        </p:spPr>
        <p:txBody>
          <a:bodyPr/>
          <a:lstStyle/>
          <a:p>
            <a:pPr eaLnBrk="1" hangingPunct="1"/>
            <a:r>
              <a:rPr lang="en-US" sz="4000" b="1" dirty="0">
                <a:solidFill>
                  <a:srgbClr val="0000CC"/>
                </a:solidFill>
              </a:rPr>
              <a:t>Cell </a:t>
            </a:r>
            <a:r>
              <a:rPr lang="en-US" sz="4000" b="1" dirty="0" smtClean="0">
                <a:solidFill>
                  <a:srgbClr val="0000CC"/>
                </a:solidFill>
              </a:rPr>
              <a:t>Clusters/Patterns</a:t>
            </a:r>
            <a:endParaRPr lang="en-US" sz="4000" b="1" dirty="0">
              <a:solidFill>
                <a:srgbClr val="0000CC"/>
              </a:solidFill>
            </a:endParaRPr>
          </a:p>
        </p:txBody>
      </p:sp>
      <p:sp>
        <p:nvSpPr>
          <p:cNvPr id="40964" name="Rectangle 3"/>
          <p:cNvSpPr>
            <a:spLocks noGrp="1" noChangeArrowheads="1"/>
          </p:cNvSpPr>
          <p:nvPr>
            <p:ph type="body" idx="1"/>
          </p:nvPr>
        </p:nvSpPr>
        <p:spPr>
          <a:xfrm>
            <a:off x="152400" y="1600200"/>
            <a:ext cx="8839200" cy="2743200"/>
          </a:xfrm>
          <a:solidFill>
            <a:srgbClr val="99FFCC"/>
          </a:solidFill>
        </p:spPr>
        <p:txBody>
          <a:bodyPr/>
          <a:lstStyle/>
          <a:p>
            <a:pPr algn="just" eaLnBrk="1" hangingPunct="1"/>
            <a:r>
              <a:rPr lang="en-US" sz="2400" dirty="0"/>
              <a:t>Service areas are normally divided into clusters of cells to facilitate system design and increased capacity. </a:t>
            </a:r>
          </a:p>
          <a:p>
            <a:pPr algn="just" eaLnBrk="1" hangingPunct="1"/>
            <a:r>
              <a:rPr lang="en-US" sz="2400" dirty="0"/>
              <a:t>Cell clusters are used in frequency planning for the network</a:t>
            </a:r>
          </a:p>
          <a:p>
            <a:pPr algn="just" eaLnBrk="1" hangingPunct="1"/>
            <a:r>
              <a:rPr lang="en-US" sz="2400" dirty="0"/>
              <a:t>The pattern of cluster is repeated throughout the network. </a:t>
            </a:r>
          </a:p>
          <a:p>
            <a:pPr algn="just" eaLnBrk="1" hangingPunct="1"/>
            <a:r>
              <a:rPr lang="en-US" sz="2400" dirty="0"/>
              <a:t>Entire BW is used within a cluster.</a:t>
            </a:r>
          </a:p>
          <a:p>
            <a:pPr algn="just" eaLnBrk="1" hangingPunct="1"/>
            <a:r>
              <a:rPr lang="en-US" sz="2400" dirty="0" smtClean="0"/>
              <a:t>Coverage </a:t>
            </a:r>
            <a:r>
              <a:rPr lang="en-US" sz="2400" dirty="0"/>
              <a:t>area of cluster called a ‘footprint’</a:t>
            </a:r>
            <a:endParaRPr lang="en-US" sz="2400" dirty="0">
              <a:solidFill>
                <a:srgbClr val="3333FF"/>
              </a:solidFill>
            </a:endParaRPr>
          </a:p>
        </p:txBody>
      </p:sp>
    </p:spTree>
  </p:cSld>
  <p:clrMapOvr>
    <a:masterClrMapping/>
  </p:clrMapOvr>
  <p:transition spd="med">
    <p:whee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p:spPr>
        <p:txBody>
          <a:bodyPr/>
          <a:lstStyle/>
          <a:p>
            <a:fld id="{1544244A-DD64-4722-860E-20A7960D2536}" type="slidenum">
              <a:rPr lang="en-US" smtClean="0"/>
              <a:pPr/>
              <a:t>26</a:t>
            </a:fld>
            <a:endParaRPr lang="en-US"/>
          </a:p>
        </p:txBody>
      </p:sp>
      <p:sp>
        <p:nvSpPr>
          <p:cNvPr id="41987" name="TextBox 5"/>
          <p:cNvSpPr txBox="1">
            <a:spLocks noChangeArrowheads="1"/>
          </p:cNvSpPr>
          <p:nvPr/>
        </p:nvSpPr>
        <p:spPr bwMode="auto">
          <a:xfrm>
            <a:off x="228600" y="1524000"/>
            <a:ext cx="8763000" cy="2800767"/>
          </a:xfrm>
          <a:prstGeom prst="rect">
            <a:avLst/>
          </a:prstGeom>
          <a:solidFill>
            <a:srgbClr val="CCFFFF"/>
          </a:solidFill>
          <a:ln w="9525">
            <a:noFill/>
            <a:miter lim="800000"/>
            <a:headEnd/>
            <a:tailEnd/>
          </a:ln>
        </p:spPr>
        <p:txBody>
          <a:bodyPr>
            <a:spAutoFit/>
          </a:bodyPr>
          <a:lstStyle/>
          <a:p>
            <a:pPr algn="just"/>
            <a:r>
              <a:rPr lang="en-US" sz="3200" b="1" dirty="0">
                <a:solidFill>
                  <a:srgbClr val="3333FF"/>
                </a:solidFill>
              </a:rPr>
              <a:t>Definition</a:t>
            </a:r>
          </a:p>
          <a:p>
            <a:pPr algn="just"/>
            <a:r>
              <a:rPr lang="en-GB" dirty="0"/>
              <a:t>Cells in a cellular network are generally “grouped” together into cell clusters. Cellular networks are generally designed as a repeated cluster pattern</a:t>
            </a:r>
            <a:r>
              <a:rPr lang="en-US" dirty="0">
                <a:solidFill>
                  <a:srgbClr val="3333FF"/>
                </a:solidFill>
              </a:rPr>
              <a:t> </a:t>
            </a:r>
            <a:r>
              <a:rPr lang="en-GB" dirty="0"/>
              <a:t>The number of cells in a cluster (typically 4,7, 12 or 21) is a trade-off between the </a:t>
            </a:r>
            <a:r>
              <a:rPr lang="en-GB" b="1" dirty="0">
                <a:solidFill>
                  <a:srgbClr val="FF0000"/>
                </a:solidFill>
              </a:rPr>
              <a:t>traffic capacity </a:t>
            </a:r>
            <a:r>
              <a:rPr lang="en-GB" dirty="0"/>
              <a:t>in the cluster and its </a:t>
            </a:r>
            <a:r>
              <a:rPr lang="en-GB" b="1" dirty="0">
                <a:solidFill>
                  <a:srgbClr val="FF0000"/>
                </a:solidFill>
              </a:rPr>
              <a:t>interference</a:t>
            </a:r>
            <a:r>
              <a:rPr lang="en-GB" dirty="0"/>
              <a:t> with the adjacent cluster of cells (where the same frequencies will be re-used)</a:t>
            </a:r>
          </a:p>
        </p:txBody>
      </p:sp>
    </p:spTree>
  </p:cSld>
  <p:clrMapOvr>
    <a:masterClrMapping/>
  </p:clrMapOvr>
  <p:transition spd="med">
    <p:split orient="vert" dir="in"/>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p:spPr>
        <p:txBody>
          <a:bodyPr/>
          <a:lstStyle/>
          <a:p>
            <a:fld id="{14725DA7-AC72-4398-B1E3-1C62C44D1631}" type="slidenum">
              <a:rPr lang="en-US" smtClean="0"/>
              <a:pPr/>
              <a:t>27</a:t>
            </a:fld>
            <a:endParaRPr lang="en-US"/>
          </a:p>
        </p:txBody>
      </p:sp>
      <p:grpSp>
        <p:nvGrpSpPr>
          <p:cNvPr id="43011" name="Group 64"/>
          <p:cNvGrpSpPr>
            <a:grpSpLocks/>
          </p:cNvGrpSpPr>
          <p:nvPr/>
        </p:nvGrpSpPr>
        <p:grpSpPr bwMode="auto">
          <a:xfrm>
            <a:off x="533400" y="381000"/>
            <a:ext cx="8077200" cy="5943600"/>
            <a:chOff x="864" y="1164"/>
            <a:chExt cx="4032" cy="2772"/>
          </a:xfrm>
        </p:grpSpPr>
        <p:pic>
          <p:nvPicPr>
            <p:cNvPr id="43012" name="Picture 4"/>
            <p:cNvPicPr>
              <a:picLocks noChangeAspect="1" noChangeArrowheads="1"/>
            </p:cNvPicPr>
            <p:nvPr/>
          </p:nvPicPr>
          <p:blipFill>
            <a:blip r:embed="rId2"/>
            <a:srcRect/>
            <a:stretch>
              <a:fillRect/>
            </a:stretch>
          </p:blipFill>
          <p:spPr bwMode="auto">
            <a:xfrm>
              <a:off x="864" y="1164"/>
              <a:ext cx="4032" cy="2741"/>
            </a:xfrm>
            <a:prstGeom prst="rect">
              <a:avLst/>
            </a:prstGeom>
            <a:noFill/>
            <a:ln w="12700">
              <a:noFill/>
              <a:miter lim="800000"/>
              <a:headEnd/>
              <a:tailEnd/>
            </a:ln>
          </p:spPr>
        </p:pic>
        <p:grpSp>
          <p:nvGrpSpPr>
            <p:cNvPr id="43013" name="Group 5"/>
            <p:cNvGrpSpPr>
              <a:grpSpLocks/>
            </p:cNvGrpSpPr>
            <p:nvPr/>
          </p:nvGrpSpPr>
          <p:grpSpPr bwMode="auto">
            <a:xfrm>
              <a:off x="1392" y="1920"/>
              <a:ext cx="2967" cy="2016"/>
              <a:chOff x="3810" y="8562"/>
              <a:chExt cx="4269" cy="3477"/>
            </a:xfrm>
          </p:grpSpPr>
          <p:grpSp>
            <p:nvGrpSpPr>
              <p:cNvPr id="43014" name="Group 6"/>
              <p:cNvGrpSpPr>
                <a:grpSpLocks/>
              </p:cNvGrpSpPr>
              <p:nvPr/>
            </p:nvGrpSpPr>
            <p:grpSpPr bwMode="auto">
              <a:xfrm>
                <a:off x="4728" y="8562"/>
                <a:ext cx="1542" cy="1311"/>
                <a:chOff x="6849" y="6048"/>
                <a:chExt cx="1542" cy="1311"/>
              </a:xfrm>
            </p:grpSpPr>
            <p:sp>
              <p:nvSpPr>
                <p:cNvPr id="43063" name="AutoShape 7"/>
                <p:cNvSpPr>
                  <a:spLocks noChangeArrowheads="1"/>
                </p:cNvSpPr>
                <p:nvPr/>
              </p:nvSpPr>
              <p:spPr bwMode="auto">
                <a:xfrm>
                  <a:off x="7302" y="6480"/>
                  <a:ext cx="618" cy="432"/>
                </a:xfrm>
                <a:prstGeom prst="hexagon">
                  <a:avLst>
                    <a:gd name="adj" fmla="val 35764"/>
                    <a:gd name="vf" fmla="val 115470"/>
                  </a:avLst>
                </a:prstGeom>
                <a:solidFill>
                  <a:srgbClr val="CCFFFF"/>
                </a:solidFill>
                <a:ln w="9525">
                  <a:solidFill>
                    <a:srgbClr val="000000"/>
                  </a:solidFill>
                  <a:miter lim="800000"/>
                  <a:headEnd/>
                  <a:tailEnd/>
                </a:ln>
              </p:spPr>
              <p:txBody>
                <a:bodyPr/>
                <a:lstStyle/>
                <a:p>
                  <a:pPr algn="ctr" eaLnBrk="0" hangingPunct="0"/>
                  <a:r>
                    <a:rPr lang="en-US" sz="1000" b="1"/>
                    <a:t>1</a:t>
                  </a:r>
                </a:p>
                <a:p>
                  <a:pPr eaLnBrk="0" hangingPunct="0"/>
                  <a:endParaRPr lang="en-US" sz="1000"/>
                </a:p>
              </p:txBody>
            </p:sp>
            <p:sp>
              <p:nvSpPr>
                <p:cNvPr id="43064" name="AutoShape 8"/>
                <p:cNvSpPr>
                  <a:spLocks noChangeArrowheads="1"/>
                </p:cNvSpPr>
                <p:nvPr/>
              </p:nvSpPr>
              <p:spPr bwMode="auto">
                <a:xfrm>
                  <a:off x="7302" y="6048"/>
                  <a:ext cx="618" cy="432"/>
                </a:xfrm>
                <a:prstGeom prst="hexagon">
                  <a:avLst>
                    <a:gd name="adj" fmla="val 35764"/>
                    <a:gd name="vf" fmla="val 115470"/>
                  </a:avLst>
                </a:prstGeom>
                <a:solidFill>
                  <a:srgbClr val="FF00FF"/>
                </a:solidFill>
                <a:ln w="9525">
                  <a:solidFill>
                    <a:srgbClr val="000000"/>
                  </a:solidFill>
                  <a:miter lim="800000"/>
                  <a:headEnd/>
                  <a:tailEnd/>
                </a:ln>
              </p:spPr>
              <p:txBody>
                <a:bodyPr/>
                <a:lstStyle/>
                <a:p>
                  <a:pPr algn="ctr" eaLnBrk="0" hangingPunct="0"/>
                  <a:r>
                    <a:rPr lang="en-US" sz="1000" b="1"/>
                    <a:t>2</a:t>
                  </a:r>
                </a:p>
                <a:p>
                  <a:pPr eaLnBrk="0" hangingPunct="0"/>
                  <a:endParaRPr lang="en-US" sz="1000"/>
                </a:p>
              </p:txBody>
            </p:sp>
            <p:sp>
              <p:nvSpPr>
                <p:cNvPr id="43065" name="AutoShape 9"/>
                <p:cNvSpPr>
                  <a:spLocks noChangeArrowheads="1"/>
                </p:cNvSpPr>
                <p:nvPr/>
              </p:nvSpPr>
              <p:spPr bwMode="auto">
                <a:xfrm>
                  <a:off x="7314" y="6927"/>
                  <a:ext cx="618" cy="432"/>
                </a:xfrm>
                <a:prstGeom prst="hexagon">
                  <a:avLst>
                    <a:gd name="adj" fmla="val 35764"/>
                    <a:gd name="vf" fmla="val 115470"/>
                  </a:avLst>
                </a:prstGeom>
                <a:solidFill>
                  <a:srgbClr val="FF0000"/>
                </a:solidFill>
                <a:ln w="9525">
                  <a:solidFill>
                    <a:srgbClr val="000000"/>
                  </a:solidFill>
                  <a:miter lim="800000"/>
                  <a:headEnd/>
                  <a:tailEnd/>
                </a:ln>
              </p:spPr>
              <p:txBody>
                <a:bodyPr/>
                <a:lstStyle/>
                <a:p>
                  <a:pPr algn="r" eaLnBrk="0" hangingPunct="0"/>
                  <a:r>
                    <a:rPr lang="en-US" sz="1000" b="1"/>
                    <a:t>5</a:t>
                  </a:r>
                </a:p>
                <a:p>
                  <a:pPr eaLnBrk="0" hangingPunct="0"/>
                  <a:endParaRPr lang="en-US" sz="1000"/>
                </a:p>
              </p:txBody>
            </p:sp>
            <p:sp>
              <p:nvSpPr>
                <p:cNvPr id="43066" name="AutoShape 10"/>
                <p:cNvSpPr>
                  <a:spLocks noChangeArrowheads="1"/>
                </p:cNvSpPr>
                <p:nvPr/>
              </p:nvSpPr>
              <p:spPr bwMode="auto">
                <a:xfrm>
                  <a:off x="7761" y="6699"/>
                  <a:ext cx="618" cy="432"/>
                </a:xfrm>
                <a:prstGeom prst="hexagon">
                  <a:avLst>
                    <a:gd name="adj" fmla="val 35764"/>
                    <a:gd name="vf" fmla="val 115470"/>
                  </a:avLst>
                </a:prstGeom>
                <a:solidFill>
                  <a:srgbClr val="993300"/>
                </a:solidFill>
                <a:ln w="9525">
                  <a:solidFill>
                    <a:srgbClr val="000000"/>
                  </a:solidFill>
                  <a:miter lim="800000"/>
                  <a:headEnd/>
                  <a:tailEnd/>
                </a:ln>
              </p:spPr>
              <p:txBody>
                <a:bodyPr/>
                <a:lstStyle/>
                <a:p>
                  <a:pPr algn="ctr" eaLnBrk="0" hangingPunct="0"/>
                  <a:r>
                    <a:rPr lang="en-US" sz="1000" b="1"/>
                    <a:t>6</a:t>
                  </a:r>
                </a:p>
                <a:p>
                  <a:pPr eaLnBrk="0" hangingPunct="0"/>
                  <a:endParaRPr lang="en-US" sz="1000"/>
                </a:p>
              </p:txBody>
            </p:sp>
            <p:sp>
              <p:nvSpPr>
                <p:cNvPr id="43067" name="AutoShape 11"/>
                <p:cNvSpPr>
                  <a:spLocks noChangeArrowheads="1"/>
                </p:cNvSpPr>
                <p:nvPr/>
              </p:nvSpPr>
              <p:spPr bwMode="auto">
                <a:xfrm>
                  <a:off x="7773" y="6267"/>
                  <a:ext cx="618" cy="432"/>
                </a:xfrm>
                <a:prstGeom prst="hexagon">
                  <a:avLst>
                    <a:gd name="adj" fmla="val 35764"/>
                    <a:gd name="vf" fmla="val 115470"/>
                  </a:avLst>
                </a:prstGeom>
                <a:solidFill>
                  <a:srgbClr val="FF9900"/>
                </a:solidFill>
                <a:ln w="9525">
                  <a:solidFill>
                    <a:srgbClr val="000000"/>
                  </a:solidFill>
                  <a:miter lim="800000"/>
                  <a:headEnd/>
                  <a:tailEnd/>
                </a:ln>
              </p:spPr>
              <p:txBody>
                <a:bodyPr/>
                <a:lstStyle/>
                <a:p>
                  <a:pPr algn="ctr" eaLnBrk="0" hangingPunct="0"/>
                  <a:r>
                    <a:rPr lang="en-US" sz="1000" b="1"/>
                    <a:t>7</a:t>
                  </a:r>
                </a:p>
                <a:p>
                  <a:pPr eaLnBrk="0" hangingPunct="0"/>
                  <a:endParaRPr lang="en-US" sz="1000"/>
                </a:p>
              </p:txBody>
            </p:sp>
            <p:sp>
              <p:nvSpPr>
                <p:cNvPr id="43068" name="AutoShape 12"/>
                <p:cNvSpPr>
                  <a:spLocks noChangeArrowheads="1"/>
                </p:cNvSpPr>
                <p:nvPr/>
              </p:nvSpPr>
              <p:spPr bwMode="auto">
                <a:xfrm>
                  <a:off x="6849" y="6714"/>
                  <a:ext cx="618" cy="432"/>
                </a:xfrm>
                <a:prstGeom prst="hexagon">
                  <a:avLst>
                    <a:gd name="adj" fmla="val 35764"/>
                    <a:gd name="vf" fmla="val 115470"/>
                  </a:avLst>
                </a:prstGeom>
                <a:solidFill>
                  <a:srgbClr val="00FF00"/>
                </a:solidFill>
                <a:ln w="9525">
                  <a:solidFill>
                    <a:srgbClr val="000000"/>
                  </a:solidFill>
                  <a:miter lim="800000"/>
                  <a:headEnd/>
                  <a:tailEnd/>
                </a:ln>
              </p:spPr>
              <p:txBody>
                <a:bodyPr/>
                <a:lstStyle/>
                <a:p>
                  <a:pPr algn="r" eaLnBrk="0" hangingPunct="0"/>
                  <a:r>
                    <a:rPr lang="en-US" sz="1000" b="1"/>
                    <a:t>4</a:t>
                  </a:r>
                </a:p>
                <a:p>
                  <a:pPr eaLnBrk="0" hangingPunct="0"/>
                  <a:endParaRPr lang="en-US" sz="1000"/>
                </a:p>
              </p:txBody>
            </p:sp>
            <p:sp>
              <p:nvSpPr>
                <p:cNvPr id="43069" name="AutoShape 13"/>
                <p:cNvSpPr>
                  <a:spLocks noChangeArrowheads="1"/>
                </p:cNvSpPr>
                <p:nvPr/>
              </p:nvSpPr>
              <p:spPr bwMode="auto">
                <a:xfrm>
                  <a:off x="6849" y="6267"/>
                  <a:ext cx="618" cy="432"/>
                </a:xfrm>
                <a:prstGeom prst="hexagon">
                  <a:avLst>
                    <a:gd name="adj" fmla="val 35764"/>
                    <a:gd name="vf" fmla="val 115470"/>
                  </a:avLst>
                </a:prstGeom>
                <a:solidFill>
                  <a:srgbClr val="FFFF99"/>
                </a:solidFill>
                <a:ln w="9525">
                  <a:solidFill>
                    <a:srgbClr val="000000"/>
                  </a:solidFill>
                  <a:miter lim="800000"/>
                  <a:headEnd/>
                  <a:tailEnd/>
                </a:ln>
              </p:spPr>
              <p:txBody>
                <a:bodyPr/>
                <a:lstStyle/>
                <a:p>
                  <a:pPr algn="ctr" eaLnBrk="0" hangingPunct="0"/>
                  <a:r>
                    <a:rPr lang="en-US" sz="1000" b="1"/>
                    <a:t>3</a:t>
                  </a:r>
                </a:p>
                <a:p>
                  <a:pPr eaLnBrk="0" hangingPunct="0"/>
                  <a:endParaRPr lang="en-US" sz="1000"/>
                </a:p>
              </p:txBody>
            </p:sp>
          </p:grpSp>
          <p:grpSp>
            <p:nvGrpSpPr>
              <p:cNvPr id="43015" name="Group 14"/>
              <p:cNvGrpSpPr>
                <a:grpSpLocks/>
              </p:cNvGrpSpPr>
              <p:nvPr/>
            </p:nvGrpSpPr>
            <p:grpSpPr bwMode="auto">
              <a:xfrm>
                <a:off x="5184" y="9633"/>
                <a:ext cx="1542" cy="1311"/>
                <a:chOff x="6849" y="6048"/>
                <a:chExt cx="1542" cy="1311"/>
              </a:xfrm>
            </p:grpSpPr>
            <p:sp>
              <p:nvSpPr>
                <p:cNvPr id="43056" name="AutoShape 15"/>
                <p:cNvSpPr>
                  <a:spLocks noChangeArrowheads="1"/>
                </p:cNvSpPr>
                <p:nvPr/>
              </p:nvSpPr>
              <p:spPr bwMode="auto">
                <a:xfrm>
                  <a:off x="7302" y="6480"/>
                  <a:ext cx="618" cy="432"/>
                </a:xfrm>
                <a:prstGeom prst="hexagon">
                  <a:avLst>
                    <a:gd name="adj" fmla="val 35764"/>
                    <a:gd name="vf" fmla="val 115470"/>
                  </a:avLst>
                </a:prstGeom>
                <a:solidFill>
                  <a:srgbClr val="CCFFFF"/>
                </a:solidFill>
                <a:ln w="9525">
                  <a:solidFill>
                    <a:srgbClr val="000000"/>
                  </a:solidFill>
                  <a:miter lim="800000"/>
                  <a:headEnd/>
                  <a:tailEnd/>
                </a:ln>
              </p:spPr>
              <p:txBody>
                <a:bodyPr/>
                <a:lstStyle/>
                <a:p>
                  <a:pPr algn="ctr" eaLnBrk="0" hangingPunct="0"/>
                  <a:r>
                    <a:rPr lang="en-US" sz="1000" b="1"/>
                    <a:t>1</a:t>
                  </a:r>
                </a:p>
                <a:p>
                  <a:pPr eaLnBrk="0" hangingPunct="0"/>
                  <a:endParaRPr lang="en-US" sz="1000"/>
                </a:p>
              </p:txBody>
            </p:sp>
            <p:sp>
              <p:nvSpPr>
                <p:cNvPr id="43057" name="AutoShape 16"/>
                <p:cNvSpPr>
                  <a:spLocks noChangeArrowheads="1"/>
                </p:cNvSpPr>
                <p:nvPr/>
              </p:nvSpPr>
              <p:spPr bwMode="auto">
                <a:xfrm>
                  <a:off x="7302" y="6048"/>
                  <a:ext cx="618" cy="432"/>
                </a:xfrm>
                <a:prstGeom prst="hexagon">
                  <a:avLst>
                    <a:gd name="adj" fmla="val 35764"/>
                    <a:gd name="vf" fmla="val 115470"/>
                  </a:avLst>
                </a:prstGeom>
                <a:solidFill>
                  <a:srgbClr val="FF00FF"/>
                </a:solidFill>
                <a:ln w="9525">
                  <a:solidFill>
                    <a:srgbClr val="000000"/>
                  </a:solidFill>
                  <a:miter lim="800000"/>
                  <a:headEnd/>
                  <a:tailEnd/>
                </a:ln>
              </p:spPr>
              <p:txBody>
                <a:bodyPr/>
                <a:lstStyle/>
                <a:p>
                  <a:pPr algn="ctr" eaLnBrk="0" hangingPunct="0"/>
                  <a:r>
                    <a:rPr lang="en-US" sz="1000" b="1"/>
                    <a:t>2</a:t>
                  </a:r>
                </a:p>
                <a:p>
                  <a:pPr eaLnBrk="0" hangingPunct="0"/>
                  <a:endParaRPr lang="en-US" sz="1000"/>
                </a:p>
              </p:txBody>
            </p:sp>
            <p:sp>
              <p:nvSpPr>
                <p:cNvPr id="43058" name="AutoShape 17"/>
                <p:cNvSpPr>
                  <a:spLocks noChangeArrowheads="1"/>
                </p:cNvSpPr>
                <p:nvPr/>
              </p:nvSpPr>
              <p:spPr bwMode="auto">
                <a:xfrm>
                  <a:off x="7314" y="6927"/>
                  <a:ext cx="618" cy="432"/>
                </a:xfrm>
                <a:prstGeom prst="hexagon">
                  <a:avLst>
                    <a:gd name="adj" fmla="val 35764"/>
                    <a:gd name="vf" fmla="val 115470"/>
                  </a:avLst>
                </a:prstGeom>
                <a:solidFill>
                  <a:srgbClr val="FF0000"/>
                </a:solidFill>
                <a:ln w="9525">
                  <a:solidFill>
                    <a:srgbClr val="000000"/>
                  </a:solidFill>
                  <a:miter lim="800000"/>
                  <a:headEnd/>
                  <a:tailEnd/>
                </a:ln>
              </p:spPr>
              <p:txBody>
                <a:bodyPr/>
                <a:lstStyle/>
                <a:p>
                  <a:pPr algn="r" eaLnBrk="0" hangingPunct="0"/>
                  <a:r>
                    <a:rPr lang="en-US" sz="1000" b="1"/>
                    <a:t>5</a:t>
                  </a:r>
                </a:p>
                <a:p>
                  <a:pPr eaLnBrk="0" hangingPunct="0"/>
                  <a:endParaRPr lang="en-US" sz="1000"/>
                </a:p>
              </p:txBody>
            </p:sp>
            <p:sp>
              <p:nvSpPr>
                <p:cNvPr id="43059" name="AutoShape 18"/>
                <p:cNvSpPr>
                  <a:spLocks noChangeArrowheads="1"/>
                </p:cNvSpPr>
                <p:nvPr/>
              </p:nvSpPr>
              <p:spPr bwMode="auto">
                <a:xfrm>
                  <a:off x="7761" y="6699"/>
                  <a:ext cx="618" cy="432"/>
                </a:xfrm>
                <a:prstGeom prst="hexagon">
                  <a:avLst>
                    <a:gd name="adj" fmla="val 35764"/>
                    <a:gd name="vf" fmla="val 115470"/>
                  </a:avLst>
                </a:prstGeom>
                <a:solidFill>
                  <a:srgbClr val="993300"/>
                </a:solidFill>
                <a:ln w="9525">
                  <a:solidFill>
                    <a:srgbClr val="000000"/>
                  </a:solidFill>
                  <a:miter lim="800000"/>
                  <a:headEnd/>
                  <a:tailEnd/>
                </a:ln>
              </p:spPr>
              <p:txBody>
                <a:bodyPr/>
                <a:lstStyle/>
                <a:p>
                  <a:pPr algn="ctr" eaLnBrk="0" hangingPunct="0"/>
                  <a:r>
                    <a:rPr lang="en-US" sz="1000" b="1"/>
                    <a:t>6</a:t>
                  </a:r>
                </a:p>
                <a:p>
                  <a:pPr eaLnBrk="0" hangingPunct="0"/>
                  <a:endParaRPr lang="en-US" sz="1000"/>
                </a:p>
              </p:txBody>
            </p:sp>
            <p:sp>
              <p:nvSpPr>
                <p:cNvPr id="43060" name="AutoShape 19"/>
                <p:cNvSpPr>
                  <a:spLocks noChangeArrowheads="1"/>
                </p:cNvSpPr>
                <p:nvPr/>
              </p:nvSpPr>
              <p:spPr bwMode="auto">
                <a:xfrm>
                  <a:off x="7773" y="6267"/>
                  <a:ext cx="618" cy="432"/>
                </a:xfrm>
                <a:prstGeom prst="hexagon">
                  <a:avLst>
                    <a:gd name="adj" fmla="val 35764"/>
                    <a:gd name="vf" fmla="val 115470"/>
                  </a:avLst>
                </a:prstGeom>
                <a:solidFill>
                  <a:srgbClr val="FF9900"/>
                </a:solidFill>
                <a:ln w="9525">
                  <a:solidFill>
                    <a:srgbClr val="000000"/>
                  </a:solidFill>
                  <a:miter lim="800000"/>
                  <a:headEnd/>
                  <a:tailEnd/>
                </a:ln>
              </p:spPr>
              <p:txBody>
                <a:bodyPr/>
                <a:lstStyle/>
                <a:p>
                  <a:pPr algn="ctr" eaLnBrk="0" hangingPunct="0"/>
                  <a:r>
                    <a:rPr lang="en-US" sz="1000" b="1"/>
                    <a:t>7</a:t>
                  </a:r>
                </a:p>
                <a:p>
                  <a:pPr eaLnBrk="0" hangingPunct="0"/>
                  <a:endParaRPr lang="en-US" sz="1000"/>
                </a:p>
              </p:txBody>
            </p:sp>
            <p:sp>
              <p:nvSpPr>
                <p:cNvPr id="43061" name="AutoShape 20"/>
                <p:cNvSpPr>
                  <a:spLocks noChangeArrowheads="1"/>
                </p:cNvSpPr>
                <p:nvPr/>
              </p:nvSpPr>
              <p:spPr bwMode="auto">
                <a:xfrm>
                  <a:off x="6849" y="6714"/>
                  <a:ext cx="618" cy="432"/>
                </a:xfrm>
                <a:prstGeom prst="hexagon">
                  <a:avLst>
                    <a:gd name="adj" fmla="val 35764"/>
                    <a:gd name="vf" fmla="val 115470"/>
                  </a:avLst>
                </a:prstGeom>
                <a:solidFill>
                  <a:srgbClr val="00FF00"/>
                </a:solidFill>
                <a:ln w="9525">
                  <a:solidFill>
                    <a:srgbClr val="000000"/>
                  </a:solidFill>
                  <a:miter lim="800000"/>
                  <a:headEnd/>
                  <a:tailEnd/>
                </a:ln>
              </p:spPr>
              <p:txBody>
                <a:bodyPr/>
                <a:lstStyle/>
                <a:p>
                  <a:pPr algn="r" eaLnBrk="0" hangingPunct="0"/>
                  <a:r>
                    <a:rPr lang="en-US" sz="1000" b="1"/>
                    <a:t>4</a:t>
                  </a:r>
                </a:p>
                <a:p>
                  <a:pPr eaLnBrk="0" hangingPunct="0"/>
                  <a:endParaRPr lang="en-US" sz="1000"/>
                </a:p>
              </p:txBody>
            </p:sp>
            <p:sp>
              <p:nvSpPr>
                <p:cNvPr id="43062" name="AutoShape 21"/>
                <p:cNvSpPr>
                  <a:spLocks noChangeArrowheads="1"/>
                </p:cNvSpPr>
                <p:nvPr/>
              </p:nvSpPr>
              <p:spPr bwMode="auto">
                <a:xfrm>
                  <a:off x="6849" y="6267"/>
                  <a:ext cx="618" cy="432"/>
                </a:xfrm>
                <a:prstGeom prst="hexagon">
                  <a:avLst>
                    <a:gd name="adj" fmla="val 35764"/>
                    <a:gd name="vf" fmla="val 115470"/>
                  </a:avLst>
                </a:prstGeom>
                <a:solidFill>
                  <a:srgbClr val="FFFF99"/>
                </a:solidFill>
                <a:ln w="9525">
                  <a:solidFill>
                    <a:srgbClr val="000000"/>
                  </a:solidFill>
                  <a:miter lim="800000"/>
                  <a:headEnd/>
                  <a:tailEnd/>
                </a:ln>
              </p:spPr>
              <p:txBody>
                <a:bodyPr/>
                <a:lstStyle/>
                <a:p>
                  <a:pPr algn="ctr" eaLnBrk="0" hangingPunct="0"/>
                  <a:r>
                    <a:rPr lang="en-US" sz="1000" b="1"/>
                    <a:t>3</a:t>
                  </a:r>
                </a:p>
                <a:p>
                  <a:pPr eaLnBrk="0" hangingPunct="0"/>
                  <a:endParaRPr lang="en-US" sz="1000"/>
                </a:p>
              </p:txBody>
            </p:sp>
          </p:grpSp>
          <p:grpSp>
            <p:nvGrpSpPr>
              <p:cNvPr id="43016" name="Group 22"/>
              <p:cNvGrpSpPr>
                <a:grpSpLocks/>
              </p:cNvGrpSpPr>
              <p:nvPr/>
            </p:nvGrpSpPr>
            <p:grpSpPr bwMode="auto">
              <a:xfrm>
                <a:off x="6108" y="8769"/>
                <a:ext cx="1542" cy="1311"/>
                <a:chOff x="6849" y="6048"/>
                <a:chExt cx="1542" cy="1311"/>
              </a:xfrm>
            </p:grpSpPr>
            <p:sp>
              <p:nvSpPr>
                <p:cNvPr id="43049" name="AutoShape 23"/>
                <p:cNvSpPr>
                  <a:spLocks noChangeArrowheads="1"/>
                </p:cNvSpPr>
                <p:nvPr/>
              </p:nvSpPr>
              <p:spPr bwMode="auto">
                <a:xfrm>
                  <a:off x="7302" y="6480"/>
                  <a:ext cx="618" cy="432"/>
                </a:xfrm>
                <a:prstGeom prst="hexagon">
                  <a:avLst>
                    <a:gd name="adj" fmla="val 35764"/>
                    <a:gd name="vf" fmla="val 115470"/>
                  </a:avLst>
                </a:prstGeom>
                <a:solidFill>
                  <a:srgbClr val="CCFFFF"/>
                </a:solidFill>
                <a:ln w="9525">
                  <a:solidFill>
                    <a:srgbClr val="000000"/>
                  </a:solidFill>
                  <a:miter lim="800000"/>
                  <a:headEnd/>
                  <a:tailEnd/>
                </a:ln>
              </p:spPr>
              <p:txBody>
                <a:bodyPr/>
                <a:lstStyle/>
                <a:p>
                  <a:pPr algn="ctr" eaLnBrk="0" hangingPunct="0"/>
                  <a:r>
                    <a:rPr lang="en-US" sz="1000" b="1"/>
                    <a:t>1</a:t>
                  </a:r>
                </a:p>
                <a:p>
                  <a:pPr eaLnBrk="0" hangingPunct="0"/>
                  <a:endParaRPr lang="en-US" sz="1000"/>
                </a:p>
              </p:txBody>
            </p:sp>
            <p:sp>
              <p:nvSpPr>
                <p:cNvPr id="43050" name="AutoShape 24"/>
                <p:cNvSpPr>
                  <a:spLocks noChangeArrowheads="1"/>
                </p:cNvSpPr>
                <p:nvPr/>
              </p:nvSpPr>
              <p:spPr bwMode="auto">
                <a:xfrm>
                  <a:off x="7302" y="6048"/>
                  <a:ext cx="618" cy="432"/>
                </a:xfrm>
                <a:prstGeom prst="hexagon">
                  <a:avLst>
                    <a:gd name="adj" fmla="val 35764"/>
                    <a:gd name="vf" fmla="val 115470"/>
                  </a:avLst>
                </a:prstGeom>
                <a:solidFill>
                  <a:srgbClr val="FF00FF"/>
                </a:solidFill>
                <a:ln w="9525">
                  <a:solidFill>
                    <a:srgbClr val="000000"/>
                  </a:solidFill>
                  <a:miter lim="800000"/>
                  <a:headEnd/>
                  <a:tailEnd/>
                </a:ln>
              </p:spPr>
              <p:txBody>
                <a:bodyPr/>
                <a:lstStyle/>
                <a:p>
                  <a:pPr algn="ctr" eaLnBrk="0" hangingPunct="0"/>
                  <a:r>
                    <a:rPr lang="en-US" sz="1000" b="1"/>
                    <a:t>2</a:t>
                  </a:r>
                </a:p>
                <a:p>
                  <a:pPr eaLnBrk="0" hangingPunct="0"/>
                  <a:endParaRPr lang="en-US" sz="1000"/>
                </a:p>
              </p:txBody>
            </p:sp>
            <p:sp>
              <p:nvSpPr>
                <p:cNvPr id="43051" name="AutoShape 25"/>
                <p:cNvSpPr>
                  <a:spLocks noChangeArrowheads="1"/>
                </p:cNvSpPr>
                <p:nvPr/>
              </p:nvSpPr>
              <p:spPr bwMode="auto">
                <a:xfrm>
                  <a:off x="7314" y="6927"/>
                  <a:ext cx="618" cy="432"/>
                </a:xfrm>
                <a:prstGeom prst="hexagon">
                  <a:avLst>
                    <a:gd name="adj" fmla="val 35764"/>
                    <a:gd name="vf" fmla="val 115470"/>
                  </a:avLst>
                </a:prstGeom>
                <a:solidFill>
                  <a:srgbClr val="FF0000"/>
                </a:solidFill>
                <a:ln w="9525">
                  <a:solidFill>
                    <a:srgbClr val="000000"/>
                  </a:solidFill>
                  <a:miter lim="800000"/>
                  <a:headEnd/>
                  <a:tailEnd/>
                </a:ln>
              </p:spPr>
              <p:txBody>
                <a:bodyPr/>
                <a:lstStyle/>
                <a:p>
                  <a:pPr algn="r" eaLnBrk="0" hangingPunct="0"/>
                  <a:r>
                    <a:rPr lang="en-US" sz="1000" b="1"/>
                    <a:t>5</a:t>
                  </a:r>
                </a:p>
                <a:p>
                  <a:pPr eaLnBrk="0" hangingPunct="0"/>
                  <a:endParaRPr lang="en-US" sz="1000"/>
                </a:p>
              </p:txBody>
            </p:sp>
            <p:sp>
              <p:nvSpPr>
                <p:cNvPr id="43052" name="AutoShape 26"/>
                <p:cNvSpPr>
                  <a:spLocks noChangeArrowheads="1"/>
                </p:cNvSpPr>
                <p:nvPr/>
              </p:nvSpPr>
              <p:spPr bwMode="auto">
                <a:xfrm>
                  <a:off x="7761" y="6699"/>
                  <a:ext cx="618" cy="432"/>
                </a:xfrm>
                <a:prstGeom prst="hexagon">
                  <a:avLst>
                    <a:gd name="adj" fmla="val 35764"/>
                    <a:gd name="vf" fmla="val 115470"/>
                  </a:avLst>
                </a:prstGeom>
                <a:solidFill>
                  <a:srgbClr val="993300"/>
                </a:solidFill>
                <a:ln w="9525">
                  <a:solidFill>
                    <a:srgbClr val="000000"/>
                  </a:solidFill>
                  <a:miter lim="800000"/>
                  <a:headEnd/>
                  <a:tailEnd/>
                </a:ln>
              </p:spPr>
              <p:txBody>
                <a:bodyPr/>
                <a:lstStyle/>
                <a:p>
                  <a:pPr algn="ctr" eaLnBrk="0" hangingPunct="0"/>
                  <a:r>
                    <a:rPr lang="en-US" sz="1000" b="1"/>
                    <a:t>6</a:t>
                  </a:r>
                </a:p>
                <a:p>
                  <a:pPr eaLnBrk="0" hangingPunct="0"/>
                  <a:endParaRPr lang="en-US" sz="1000"/>
                </a:p>
              </p:txBody>
            </p:sp>
            <p:sp>
              <p:nvSpPr>
                <p:cNvPr id="43053" name="AutoShape 27"/>
                <p:cNvSpPr>
                  <a:spLocks noChangeArrowheads="1"/>
                </p:cNvSpPr>
                <p:nvPr/>
              </p:nvSpPr>
              <p:spPr bwMode="auto">
                <a:xfrm>
                  <a:off x="7773" y="6267"/>
                  <a:ext cx="618" cy="432"/>
                </a:xfrm>
                <a:prstGeom prst="hexagon">
                  <a:avLst>
                    <a:gd name="adj" fmla="val 35764"/>
                    <a:gd name="vf" fmla="val 115470"/>
                  </a:avLst>
                </a:prstGeom>
                <a:solidFill>
                  <a:srgbClr val="FF9900"/>
                </a:solidFill>
                <a:ln w="9525">
                  <a:solidFill>
                    <a:srgbClr val="000000"/>
                  </a:solidFill>
                  <a:miter lim="800000"/>
                  <a:headEnd/>
                  <a:tailEnd/>
                </a:ln>
              </p:spPr>
              <p:txBody>
                <a:bodyPr/>
                <a:lstStyle/>
                <a:p>
                  <a:pPr algn="ctr" eaLnBrk="0" hangingPunct="0"/>
                  <a:r>
                    <a:rPr lang="en-US" sz="1000" b="1"/>
                    <a:t>7</a:t>
                  </a:r>
                </a:p>
                <a:p>
                  <a:pPr eaLnBrk="0" hangingPunct="0"/>
                  <a:endParaRPr lang="en-US" sz="1000"/>
                </a:p>
              </p:txBody>
            </p:sp>
            <p:sp>
              <p:nvSpPr>
                <p:cNvPr id="43054" name="AutoShape 28"/>
                <p:cNvSpPr>
                  <a:spLocks noChangeArrowheads="1"/>
                </p:cNvSpPr>
                <p:nvPr/>
              </p:nvSpPr>
              <p:spPr bwMode="auto">
                <a:xfrm>
                  <a:off x="6849" y="6714"/>
                  <a:ext cx="618" cy="432"/>
                </a:xfrm>
                <a:prstGeom prst="hexagon">
                  <a:avLst>
                    <a:gd name="adj" fmla="val 35764"/>
                    <a:gd name="vf" fmla="val 115470"/>
                  </a:avLst>
                </a:prstGeom>
                <a:solidFill>
                  <a:srgbClr val="00FF00"/>
                </a:solidFill>
                <a:ln w="9525">
                  <a:solidFill>
                    <a:srgbClr val="000000"/>
                  </a:solidFill>
                  <a:miter lim="800000"/>
                  <a:headEnd/>
                  <a:tailEnd/>
                </a:ln>
              </p:spPr>
              <p:txBody>
                <a:bodyPr/>
                <a:lstStyle/>
                <a:p>
                  <a:pPr algn="r" eaLnBrk="0" hangingPunct="0"/>
                  <a:r>
                    <a:rPr lang="en-US" sz="1000" b="1"/>
                    <a:t>4</a:t>
                  </a:r>
                </a:p>
                <a:p>
                  <a:pPr eaLnBrk="0" hangingPunct="0"/>
                  <a:endParaRPr lang="en-US" sz="1000"/>
                </a:p>
              </p:txBody>
            </p:sp>
            <p:sp>
              <p:nvSpPr>
                <p:cNvPr id="43055" name="AutoShape 29"/>
                <p:cNvSpPr>
                  <a:spLocks noChangeArrowheads="1"/>
                </p:cNvSpPr>
                <p:nvPr/>
              </p:nvSpPr>
              <p:spPr bwMode="auto">
                <a:xfrm>
                  <a:off x="6849" y="6267"/>
                  <a:ext cx="618" cy="432"/>
                </a:xfrm>
                <a:prstGeom prst="hexagon">
                  <a:avLst>
                    <a:gd name="adj" fmla="val 35764"/>
                    <a:gd name="vf" fmla="val 115470"/>
                  </a:avLst>
                </a:prstGeom>
                <a:solidFill>
                  <a:srgbClr val="FFFF99"/>
                </a:solidFill>
                <a:ln w="9525">
                  <a:solidFill>
                    <a:srgbClr val="000000"/>
                  </a:solidFill>
                  <a:miter lim="800000"/>
                  <a:headEnd/>
                  <a:tailEnd/>
                </a:ln>
              </p:spPr>
              <p:txBody>
                <a:bodyPr/>
                <a:lstStyle/>
                <a:p>
                  <a:pPr algn="ctr" eaLnBrk="0" hangingPunct="0"/>
                  <a:r>
                    <a:rPr lang="en-US" sz="1000" b="1"/>
                    <a:t>3</a:t>
                  </a:r>
                </a:p>
                <a:p>
                  <a:pPr eaLnBrk="0" hangingPunct="0"/>
                  <a:endParaRPr lang="en-US" sz="1000"/>
                </a:p>
              </p:txBody>
            </p:sp>
          </p:grpSp>
          <p:grpSp>
            <p:nvGrpSpPr>
              <p:cNvPr id="43017" name="Group 30"/>
              <p:cNvGrpSpPr>
                <a:grpSpLocks/>
              </p:cNvGrpSpPr>
              <p:nvPr/>
            </p:nvGrpSpPr>
            <p:grpSpPr bwMode="auto">
              <a:xfrm>
                <a:off x="6537" y="9852"/>
                <a:ext cx="1542" cy="1311"/>
                <a:chOff x="6849" y="6048"/>
                <a:chExt cx="1542" cy="1311"/>
              </a:xfrm>
            </p:grpSpPr>
            <p:sp>
              <p:nvSpPr>
                <p:cNvPr id="43042" name="AutoShape 31"/>
                <p:cNvSpPr>
                  <a:spLocks noChangeArrowheads="1"/>
                </p:cNvSpPr>
                <p:nvPr/>
              </p:nvSpPr>
              <p:spPr bwMode="auto">
                <a:xfrm>
                  <a:off x="7302" y="6480"/>
                  <a:ext cx="618" cy="432"/>
                </a:xfrm>
                <a:prstGeom prst="hexagon">
                  <a:avLst>
                    <a:gd name="adj" fmla="val 35764"/>
                    <a:gd name="vf" fmla="val 115470"/>
                  </a:avLst>
                </a:prstGeom>
                <a:solidFill>
                  <a:srgbClr val="CCFFFF"/>
                </a:solidFill>
                <a:ln w="9525">
                  <a:solidFill>
                    <a:srgbClr val="000000"/>
                  </a:solidFill>
                  <a:miter lim="800000"/>
                  <a:headEnd/>
                  <a:tailEnd/>
                </a:ln>
              </p:spPr>
              <p:txBody>
                <a:bodyPr/>
                <a:lstStyle/>
                <a:p>
                  <a:pPr algn="ctr" eaLnBrk="0" hangingPunct="0"/>
                  <a:r>
                    <a:rPr lang="en-US" sz="1000" b="1"/>
                    <a:t>1</a:t>
                  </a:r>
                </a:p>
                <a:p>
                  <a:pPr eaLnBrk="0" hangingPunct="0"/>
                  <a:endParaRPr lang="en-US" sz="1000"/>
                </a:p>
              </p:txBody>
            </p:sp>
            <p:sp>
              <p:nvSpPr>
                <p:cNvPr id="43043" name="AutoShape 32"/>
                <p:cNvSpPr>
                  <a:spLocks noChangeArrowheads="1"/>
                </p:cNvSpPr>
                <p:nvPr/>
              </p:nvSpPr>
              <p:spPr bwMode="auto">
                <a:xfrm>
                  <a:off x="7302" y="6048"/>
                  <a:ext cx="618" cy="432"/>
                </a:xfrm>
                <a:prstGeom prst="hexagon">
                  <a:avLst>
                    <a:gd name="adj" fmla="val 35764"/>
                    <a:gd name="vf" fmla="val 115470"/>
                  </a:avLst>
                </a:prstGeom>
                <a:solidFill>
                  <a:srgbClr val="FF00FF"/>
                </a:solidFill>
                <a:ln w="9525">
                  <a:solidFill>
                    <a:srgbClr val="000000"/>
                  </a:solidFill>
                  <a:miter lim="800000"/>
                  <a:headEnd/>
                  <a:tailEnd/>
                </a:ln>
              </p:spPr>
              <p:txBody>
                <a:bodyPr/>
                <a:lstStyle/>
                <a:p>
                  <a:pPr algn="ctr" eaLnBrk="0" hangingPunct="0"/>
                  <a:r>
                    <a:rPr lang="en-US" sz="1000" b="1"/>
                    <a:t>2</a:t>
                  </a:r>
                </a:p>
                <a:p>
                  <a:pPr eaLnBrk="0" hangingPunct="0"/>
                  <a:endParaRPr lang="en-US" sz="1000"/>
                </a:p>
              </p:txBody>
            </p:sp>
            <p:sp>
              <p:nvSpPr>
                <p:cNvPr id="43044" name="AutoShape 33"/>
                <p:cNvSpPr>
                  <a:spLocks noChangeArrowheads="1"/>
                </p:cNvSpPr>
                <p:nvPr/>
              </p:nvSpPr>
              <p:spPr bwMode="auto">
                <a:xfrm>
                  <a:off x="7314" y="6927"/>
                  <a:ext cx="618" cy="432"/>
                </a:xfrm>
                <a:prstGeom prst="hexagon">
                  <a:avLst>
                    <a:gd name="adj" fmla="val 35764"/>
                    <a:gd name="vf" fmla="val 115470"/>
                  </a:avLst>
                </a:prstGeom>
                <a:solidFill>
                  <a:srgbClr val="FF0000"/>
                </a:solidFill>
                <a:ln w="9525">
                  <a:solidFill>
                    <a:srgbClr val="000000"/>
                  </a:solidFill>
                  <a:miter lim="800000"/>
                  <a:headEnd/>
                  <a:tailEnd/>
                </a:ln>
              </p:spPr>
              <p:txBody>
                <a:bodyPr/>
                <a:lstStyle/>
                <a:p>
                  <a:pPr algn="r" eaLnBrk="0" hangingPunct="0"/>
                  <a:r>
                    <a:rPr lang="en-US" sz="1000" b="1"/>
                    <a:t>5</a:t>
                  </a:r>
                </a:p>
                <a:p>
                  <a:pPr eaLnBrk="0" hangingPunct="0"/>
                  <a:endParaRPr lang="en-US" sz="1000"/>
                </a:p>
              </p:txBody>
            </p:sp>
            <p:sp>
              <p:nvSpPr>
                <p:cNvPr id="43045" name="AutoShape 34"/>
                <p:cNvSpPr>
                  <a:spLocks noChangeArrowheads="1"/>
                </p:cNvSpPr>
                <p:nvPr/>
              </p:nvSpPr>
              <p:spPr bwMode="auto">
                <a:xfrm>
                  <a:off x="7761" y="6699"/>
                  <a:ext cx="618" cy="432"/>
                </a:xfrm>
                <a:prstGeom prst="hexagon">
                  <a:avLst>
                    <a:gd name="adj" fmla="val 35764"/>
                    <a:gd name="vf" fmla="val 115470"/>
                  </a:avLst>
                </a:prstGeom>
                <a:solidFill>
                  <a:srgbClr val="993300"/>
                </a:solidFill>
                <a:ln w="9525">
                  <a:solidFill>
                    <a:srgbClr val="000000"/>
                  </a:solidFill>
                  <a:miter lim="800000"/>
                  <a:headEnd/>
                  <a:tailEnd/>
                </a:ln>
              </p:spPr>
              <p:txBody>
                <a:bodyPr/>
                <a:lstStyle/>
                <a:p>
                  <a:pPr algn="ctr" eaLnBrk="0" hangingPunct="0"/>
                  <a:r>
                    <a:rPr lang="en-US" sz="1000" b="1"/>
                    <a:t>6</a:t>
                  </a:r>
                </a:p>
                <a:p>
                  <a:pPr eaLnBrk="0" hangingPunct="0"/>
                  <a:endParaRPr lang="en-US" sz="1000"/>
                </a:p>
              </p:txBody>
            </p:sp>
            <p:sp>
              <p:nvSpPr>
                <p:cNvPr id="43046" name="AutoShape 35"/>
                <p:cNvSpPr>
                  <a:spLocks noChangeArrowheads="1"/>
                </p:cNvSpPr>
                <p:nvPr/>
              </p:nvSpPr>
              <p:spPr bwMode="auto">
                <a:xfrm>
                  <a:off x="7773" y="6267"/>
                  <a:ext cx="618" cy="432"/>
                </a:xfrm>
                <a:prstGeom prst="hexagon">
                  <a:avLst>
                    <a:gd name="adj" fmla="val 35764"/>
                    <a:gd name="vf" fmla="val 115470"/>
                  </a:avLst>
                </a:prstGeom>
                <a:solidFill>
                  <a:srgbClr val="FF9900"/>
                </a:solidFill>
                <a:ln w="9525">
                  <a:solidFill>
                    <a:srgbClr val="000000"/>
                  </a:solidFill>
                  <a:miter lim="800000"/>
                  <a:headEnd/>
                  <a:tailEnd/>
                </a:ln>
              </p:spPr>
              <p:txBody>
                <a:bodyPr/>
                <a:lstStyle/>
                <a:p>
                  <a:pPr algn="ctr" eaLnBrk="0" hangingPunct="0"/>
                  <a:r>
                    <a:rPr lang="en-US" sz="1000" b="1"/>
                    <a:t>7</a:t>
                  </a:r>
                </a:p>
                <a:p>
                  <a:pPr eaLnBrk="0" hangingPunct="0"/>
                  <a:endParaRPr lang="en-US" sz="1000"/>
                </a:p>
              </p:txBody>
            </p:sp>
            <p:sp>
              <p:nvSpPr>
                <p:cNvPr id="43047" name="AutoShape 36"/>
                <p:cNvSpPr>
                  <a:spLocks noChangeArrowheads="1"/>
                </p:cNvSpPr>
                <p:nvPr/>
              </p:nvSpPr>
              <p:spPr bwMode="auto">
                <a:xfrm>
                  <a:off x="6849" y="6714"/>
                  <a:ext cx="618" cy="432"/>
                </a:xfrm>
                <a:prstGeom prst="hexagon">
                  <a:avLst>
                    <a:gd name="adj" fmla="val 35764"/>
                    <a:gd name="vf" fmla="val 115470"/>
                  </a:avLst>
                </a:prstGeom>
                <a:solidFill>
                  <a:srgbClr val="00FF00"/>
                </a:solidFill>
                <a:ln w="9525">
                  <a:solidFill>
                    <a:srgbClr val="000000"/>
                  </a:solidFill>
                  <a:miter lim="800000"/>
                  <a:headEnd/>
                  <a:tailEnd/>
                </a:ln>
              </p:spPr>
              <p:txBody>
                <a:bodyPr/>
                <a:lstStyle/>
                <a:p>
                  <a:pPr algn="r" eaLnBrk="0" hangingPunct="0"/>
                  <a:r>
                    <a:rPr lang="en-US" sz="1000" b="1"/>
                    <a:t>4</a:t>
                  </a:r>
                </a:p>
                <a:p>
                  <a:pPr eaLnBrk="0" hangingPunct="0"/>
                  <a:endParaRPr lang="en-US" sz="1000"/>
                </a:p>
              </p:txBody>
            </p:sp>
            <p:sp>
              <p:nvSpPr>
                <p:cNvPr id="43048" name="AutoShape 37"/>
                <p:cNvSpPr>
                  <a:spLocks noChangeArrowheads="1"/>
                </p:cNvSpPr>
                <p:nvPr/>
              </p:nvSpPr>
              <p:spPr bwMode="auto">
                <a:xfrm>
                  <a:off x="6849" y="6267"/>
                  <a:ext cx="618" cy="432"/>
                </a:xfrm>
                <a:prstGeom prst="hexagon">
                  <a:avLst>
                    <a:gd name="adj" fmla="val 35764"/>
                    <a:gd name="vf" fmla="val 115470"/>
                  </a:avLst>
                </a:prstGeom>
                <a:solidFill>
                  <a:srgbClr val="FFFF99"/>
                </a:solidFill>
                <a:ln w="9525">
                  <a:solidFill>
                    <a:srgbClr val="000000"/>
                  </a:solidFill>
                  <a:miter lim="800000"/>
                  <a:headEnd/>
                  <a:tailEnd/>
                </a:ln>
              </p:spPr>
              <p:txBody>
                <a:bodyPr/>
                <a:lstStyle/>
                <a:p>
                  <a:pPr algn="ctr" eaLnBrk="0" hangingPunct="0"/>
                  <a:r>
                    <a:rPr lang="en-US" sz="1000" b="1"/>
                    <a:t>3</a:t>
                  </a:r>
                </a:p>
                <a:p>
                  <a:pPr eaLnBrk="0" hangingPunct="0"/>
                  <a:endParaRPr lang="en-US" sz="1000"/>
                </a:p>
              </p:txBody>
            </p:sp>
          </p:grpSp>
          <p:grpSp>
            <p:nvGrpSpPr>
              <p:cNvPr id="43018" name="Group 38"/>
              <p:cNvGrpSpPr>
                <a:grpSpLocks/>
              </p:cNvGrpSpPr>
              <p:nvPr/>
            </p:nvGrpSpPr>
            <p:grpSpPr bwMode="auto">
              <a:xfrm>
                <a:off x="5631" y="10728"/>
                <a:ext cx="1542" cy="1311"/>
                <a:chOff x="6849" y="6048"/>
                <a:chExt cx="1542" cy="1311"/>
              </a:xfrm>
            </p:grpSpPr>
            <p:sp>
              <p:nvSpPr>
                <p:cNvPr id="43035" name="AutoShape 39"/>
                <p:cNvSpPr>
                  <a:spLocks noChangeArrowheads="1"/>
                </p:cNvSpPr>
                <p:nvPr/>
              </p:nvSpPr>
              <p:spPr bwMode="auto">
                <a:xfrm>
                  <a:off x="7302" y="6480"/>
                  <a:ext cx="618" cy="432"/>
                </a:xfrm>
                <a:prstGeom prst="hexagon">
                  <a:avLst>
                    <a:gd name="adj" fmla="val 35764"/>
                    <a:gd name="vf" fmla="val 115470"/>
                  </a:avLst>
                </a:prstGeom>
                <a:solidFill>
                  <a:srgbClr val="CCFFFF"/>
                </a:solidFill>
                <a:ln w="9525">
                  <a:solidFill>
                    <a:srgbClr val="000000"/>
                  </a:solidFill>
                  <a:miter lim="800000"/>
                  <a:headEnd/>
                  <a:tailEnd/>
                </a:ln>
              </p:spPr>
              <p:txBody>
                <a:bodyPr/>
                <a:lstStyle/>
                <a:p>
                  <a:pPr algn="ctr" eaLnBrk="0" hangingPunct="0"/>
                  <a:r>
                    <a:rPr lang="en-US" sz="1000" b="1"/>
                    <a:t>1</a:t>
                  </a:r>
                </a:p>
                <a:p>
                  <a:pPr eaLnBrk="0" hangingPunct="0"/>
                  <a:endParaRPr lang="en-US" sz="1000"/>
                </a:p>
              </p:txBody>
            </p:sp>
            <p:sp>
              <p:nvSpPr>
                <p:cNvPr id="43036" name="AutoShape 40"/>
                <p:cNvSpPr>
                  <a:spLocks noChangeArrowheads="1"/>
                </p:cNvSpPr>
                <p:nvPr/>
              </p:nvSpPr>
              <p:spPr bwMode="auto">
                <a:xfrm>
                  <a:off x="7302" y="6048"/>
                  <a:ext cx="618" cy="432"/>
                </a:xfrm>
                <a:prstGeom prst="hexagon">
                  <a:avLst>
                    <a:gd name="adj" fmla="val 35764"/>
                    <a:gd name="vf" fmla="val 115470"/>
                  </a:avLst>
                </a:prstGeom>
                <a:solidFill>
                  <a:srgbClr val="FF00FF"/>
                </a:solidFill>
                <a:ln w="9525">
                  <a:solidFill>
                    <a:srgbClr val="000000"/>
                  </a:solidFill>
                  <a:miter lim="800000"/>
                  <a:headEnd/>
                  <a:tailEnd/>
                </a:ln>
              </p:spPr>
              <p:txBody>
                <a:bodyPr/>
                <a:lstStyle/>
                <a:p>
                  <a:pPr algn="ctr" eaLnBrk="0" hangingPunct="0"/>
                  <a:r>
                    <a:rPr lang="en-US" sz="1000" b="1"/>
                    <a:t>2</a:t>
                  </a:r>
                </a:p>
                <a:p>
                  <a:pPr eaLnBrk="0" hangingPunct="0"/>
                  <a:endParaRPr lang="en-US" sz="1000"/>
                </a:p>
              </p:txBody>
            </p:sp>
            <p:sp>
              <p:nvSpPr>
                <p:cNvPr id="43037" name="AutoShape 41"/>
                <p:cNvSpPr>
                  <a:spLocks noChangeArrowheads="1"/>
                </p:cNvSpPr>
                <p:nvPr/>
              </p:nvSpPr>
              <p:spPr bwMode="auto">
                <a:xfrm>
                  <a:off x="7314" y="6927"/>
                  <a:ext cx="618" cy="432"/>
                </a:xfrm>
                <a:prstGeom prst="hexagon">
                  <a:avLst>
                    <a:gd name="adj" fmla="val 35764"/>
                    <a:gd name="vf" fmla="val 115470"/>
                  </a:avLst>
                </a:prstGeom>
                <a:solidFill>
                  <a:srgbClr val="FF0000"/>
                </a:solidFill>
                <a:ln w="9525">
                  <a:solidFill>
                    <a:srgbClr val="000000"/>
                  </a:solidFill>
                  <a:miter lim="800000"/>
                  <a:headEnd/>
                  <a:tailEnd/>
                </a:ln>
              </p:spPr>
              <p:txBody>
                <a:bodyPr/>
                <a:lstStyle/>
                <a:p>
                  <a:pPr algn="r" eaLnBrk="0" hangingPunct="0"/>
                  <a:r>
                    <a:rPr lang="en-US" sz="1000" b="1"/>
                    <a:t>5</a:t>
                  </a:r>
                </a:p>
                <a:p>
                  <a:pPr eaLnBrk="0" hangingPunct="0"/>
                  <a:endParaRPr lang="en-US" sz="1000"/>
                </a:p>
              </p:txBody>
            </p:sp>
            <p:sp>
              <p:nvSpPr>
                <p:cNvPr id="43038" name="AutoShape 42"/>
                <p:cNvSpPr>
                  <a:spLocks noChangeArrowheads="1"/>
                </p:cNvSpPr>
                <p:nvPr/>
              </p:nvSpPr>
              <p:spPr bwMode="auto">
                <a:xfrm>
                  <a:off x="7761" y="6699"/>
                  <a:ext cx="618" cy="432"/>
                </a:xfrm>
                <a:prstGeom prst="hexagon">
                  <a:avLst>
                    <a:gd name="adj" fmla="val 35764"/>
                    <a:gd name="vf" fmla="val 115470"/>
                  </a:avLst>
                </a:prstGeom>
                <a:solidFill>
                  <a:srgbClr val="993300"/>
                </a:solidFill>
                <a:ln w="9525">
                  <a:solidFill>
                    <a:srgbClr val="000000"/>
                  </a:solidFill>
                  <a:miter lim="800000"/>
                  <a:headEnd/>
                  <a:tailEnd/>
                </a:ln>
              </p:spPr>
              <p:txBody>
                <a:bodyPr/>
                <a:lstStyle/>
                <a:p>
                  <a:pPr algn="ctr" eaLnBrk="0" hangingPunct="0"/>
                  <a:r>
                    <a:rPr lang="en-US" sz="1000" b="1"/>
                    <a:t>6</a:t>
                  </a:r>
                </a:p>
                <a:p>
                  <a:pPr eaLnBrk="0" hangingPunct="0"/>
                  <a:endParaRPr lang="en-US" sz="1000"/>
                </a:p>
              </p:txBody>
            </p:sp>
            <p:sp>
              <p:nvSpPr>
                <p:cNvPr id="43039" name="AutoShape 43"/>
                <p:cNvSpPr>
                  <a:spLocks noChangeArrowheads="1"/>
                </p:cNvSpPr>
                <p:nvPr/>
              </p:nvSpPr>
              <p:spPr bwMode="auto">
                <a:xfrm>
                  <a:off x="7773" y="6267"/>
                  <a:ext cx="618" cy="432"/>
                </a:xfrm>
                <a:prstGeom prst="hexagon">
                  <a:avLst>
                    <a:gd name="adj" fmla="val 35764"/>
                    <a:gd name="vf" fmla="val 115470"/>
                  </a:avLst>
                </a:prstGeom>
                <a:solidFill>
                  <a:srgbClr val="FF9900"/>
                </a:solidFill>
                <a:ln w="9525">
                  <a:solidFill>
                    <a:srgbClr val="000000"/>
                  </a:solidFill>
                  <a:miter lim="800000"/>
                  <a:headEnd/>
                  <a:tailEnd/>
                </a:ln>
              </p:spPr>
              <p:txBody>
                <a:bodyPr/>
                <a:lstStyle/>
                <a:p>
                  <a:pPr algn="ctr" eaLnBrk="0" hangingPunct="0"/>
                  <a:r>
                    <a:rPr lang="en-US" sz="1000" b="1"/>
                    <a:t>7</a:t>
                  </a:r>
                </a:p>
                <a:p>
                  <a:pPr eaLnBrk="0" hangingPunct="0"/>
                  <a:endParaRPr lang="en-US" sz="1000"/>
                </a:p>
              </p:txBody>
            </p:sp>
            <p:sp>
              <p:nvSpPr>
                <p:cNvPr id="43040" name="AutoShape 44"/>
                <p:cNvSpPr>
                  <a:spLocks noChangeArrowheads="1"/>
                </p:cNvSpPr>
                <p:nvPr/>
              </p:nvSpPr>
              <p:spPr bwMode="auto">
                <a:xfrm>
                  <a:off x="6849" y="6714"/>
                  <a:ext cx="618" cy="432"/>
                </a:xfrm>
                <a:prstGeom prst="hexagon">
                  <a:avLst>
                    <a:gd name="adj" fmla="val 35764"/>
                    <a:gd name="vf" fmla="val 115470"/>
                  </a:avLst>
                </a:prstGeom>
                <a:solidFill>
                  <a:srgbClr val="00FF00"/>
                </a:solidFill>
                <a:ln w="9525">
                  <a:solidFill>
                    <a:srgbClr val="000000"/>
                  </a:solidFill>
                  <a:miter lim="800000"/>
                  <a:headEnd/>
                  <a:tailEnd/>
                </a:ln>
              </p:spPr>
              <p:txBody>
                <a:bodyPr/>
                <a:lstStyle/>
                <a:p>
                  <a:pPr algn="r" eaLnBrk="0" hangingPunct="0"/>
                  <a:r>
                    <a:rPr lang="en-US" sz="1000" b="1"/>
                    <a:t>4</a:t>
                  </a:r>
                </a:p>
                <a:p>
                  <a:pPr eaLnBrk="0" hangingPunct="0"/>
                  <a:endParaRPr lang="en-US" sz="1000"/>
                </a:p>
              </p:txBody>
            </p:sp>
            <p:sp>
              <p:nvSpPr>
                <p:cNvPr id="43041" name="AutoShape 45"/>
                <p:cNvSpPr>
                  <a:spLocks noChangeArrowheads="1"/>
                </p:cNvSpPr>
                <p:nvPr/>
              </p:nvSpPr>
              <p:spPr bwMode="auto">
                <a:xfrm>
                  <a:off x="6849" y="6267"/>
                  <a:ext cx="618" cy="432"/>
                </a:xfrm>
                <a:prstGeom prst="hexagon">
                  <a:avLst>
                    <a:gd name="adj" fmla="val 35764"/>
                    <a:gd name="vf" fmla="val 115470"/>
                  </a:avLst>
                </a:prstGeom>
                <a:solidFill>
                  <a:srgbClr val="FFFF99"/>
                </a:solidFill>
                <a:ln w="9525">
                  <a:solidFill>
                    <a:srgbClr val="000000"/>
                  </a:solidFill>
                  <a:miter lim="800000"/>
                  <a:headEnd/>
                  <a:tailEnd/>
                </a:ln>
              </p:spPr>
              <p:txBody>
                <a:bodyPr/>
                <a:lstStyle/>
                <a:p>
                  <a:pPr algn="ctr" eaLnBrk="0" hangingPunct="0"/>
                  <a:r>
                    <a:rPr lang="en-US" sz="1000" b="1"/>
                    <a:t>3</a:t>
                  </a:r>
                </a:p>
                <a:p>
                  <a:pPr eaLnBrk="0" hangingPunct="0"/>
                  <a:endParaRPr lang="en-US" sz="1000"/>
                </a:p>
              </p:txBody>
            </p:sp>
          </p:grpSp>
          <p:grpSp>
            <p:nvGrpSpPr>
              <p:cNvPr id="43019" name="Group 46"/>
              <p:cNvGrpSpPr>
                <a:grpSpLocks/>
              </p:cNvGrpSpPr>
              <p:nvPr/>
            </p:nvGrpSpPr>
            <p:grpSpPr bwMode="auto">
              <a:xfrm>
                <a:off x="4281" y="10521"/>
                <a:ext cx="1542" cy="1311"/>
                <a:chOff x="6849" y="6048"/>
                <a:chExt cx="1542" cy="1311"/>
              </a:xfrm>
            </p:grpSpPr>
            <p:sp>
              <p:nvSpPr>
                <p:cNvPr id="43028" name="AutoShape 47"/>
                <p:cNvSpPr>
                  <a:spLocks noChangeArrowheads="1"/>
                </p:cNvSpPr>
                <p:nvPr/>
              </p:nvSpPr>
              <p:spPr bwMode="auto">
                <a:xfrm>
                  <a:off x="7302" y="6480"/>
                  <a:ext cx="618" cy="432"/>
                </a:xfrm>
                <a:prstGeom prst="hexagon">
                  <a:avLst>
                    <a:gd name="adj" fmla="val 35764"/>
                    <a:gd name="vf" fmla="val 115470"/>
                  </a:avLst>
                </a:prstGeom>
                <a:solidFill>
                  <a:srgbClr val="CCFFFF"/>
                </a:solidFill>
                <a:ln w="9525">
                  <a:solidFill>
                    <a:srgbClr val="000000"/>
                  </a:solidFill>
                  <a:miter lim="800000"/>
                  <a:headEnd/>
                  <a:tailEnd/>
                </a:ln>
              </p:spPr>
              <p:txBody>
                <a:bodyPr/>
                <a:lstStyle/>
                <a:p>
                  <a:pPr algn="ctr" eaLnBrk="0" hangingPunct="0"/>
                  <a:r>
                    <a:rPr lang="en-US" sz="1000" b="1"/>
                    <a:t>1</a:t>
                  </a:r>
                </a:p>
                <a:p>
                  <a:pPr eaLnBrk="0" hangingPunct="0"/>
                  <a:endParaRPr lang="en-US" sz="1000"/>
                </a:p>
              </p:txBody>
            </p:sp>
            <p:sp>
              <p:nvSpPr>
                <p:cNvPr id="43029" name="AutoShape 48"/>
                <p:cNvSpPr>
                  <a:spLocks noChangeArrowheads="1"/>
                </p:cNvSpPr>
                <p:nvPr/>
              </p:nvSpPr>
              <p:spPr bwMode="auto">
                <a:xfrm>
                  <a:off x="7302" y="6048"/>
                  <a:ext cx="618" cy="432"/>
                </a:xfrm>
                <a:prstGeom prst="hexagon">
                  <a:avLst>
                    <a:gd name="adj" fmla="val 35764"/>
                    <a:gd name="vf" fmla="val 115470"/>
                  </a:avLst>
                </a:prstGeom>
                <a:solidFill>
                  <a:srgbClr val="FF00FF"/>
                </a:solidFill>
                <a:ln w="9525">
                  <a:solidFill>
                    <a:srgbClr val="000000"/>
                  </a:solidFill>
                  <a:miter lim="800000"/>
                  <a:headEnd/>
                  <a:tailEnd/>
                </a:ln>
              </p:spPr>
              <p:txBody>
                <a:bodyPr/>
                <a:lstStyle/>
                <a:p>
                  <a:pPr algn="ctr" eaLnBrk="0" hangingPunct="0"/>
                  <a:r>
                    <a:rPr lang="en-US" sz="1000" b="1"/>
                    <a:t>2</a:t>
                  </a:r>
                </a:p>
                <a:p>
                  <a:pPr eaLnBrk="0" hangingPunct="0"/>
                  <a:endParaRPr lang="en-US" sz="1000"/>
                </a:p>
              </p:txBody>
            </p:sp>
            <p:sp>
              <p:nvSpPr>
                <p:cNvPr id="43030" name="AutoShape 49"/>
                <p:cNvSpPr>
                  <a:spLocks noChangeArrowheads="1"/>
                </p:cNvSpPr>
                <p:nvPr/>
              </p:nvSpPr>
              <p:spPr bwMode="auto">
                <a:xfrm>
                  <a:off x="7314" y="6927"/>
                  <a:ext cx="618" cy="432"/>
                </a:xfrm>
                <a:prstGeom prst="hexagon">
                  <a:avLst>
                    <a:gd name="adj" fmla="val 35764"/>
                    <a:gd name="vf" fmla="val 115470"/>
                  </a:avLst>
                </a:prstGeom>
                <a:solidFill>
                  <a:srgbClr val="FF0000"/>
                </a:solidFill>
                <a:ln w="9525">
                  <a:solidFill>
                    <a:srgbClr val="000000"/>
                  </a:solidFill>
                  <a:miter lim="800000"/>
                  <a:headEnd/>
                  <a:tailEnd/>
                </a:ln>
              </p:spPr>
              <p:txBody>
                <a:bodyPr/>
                <a:lstStyle/>
                <a:p>
                  <a:pPr algn="r" eaLnBrk="0" hangingPunct="0"/>
                  <a:r>
                    <a:rPr lang="en-US" sz="1000" b="1"/>
                    <a:t>5</a:t>
                  </a:r>
                </a:p>
                <a:p>
                  <a:pPr eaLnBrk="0" hangingPunct="0"/>
                  <a:endParaRPr lang="en-US" sz="1000"/>
                </a:p>
              </p:txBody>
            </p:sp>
            <p:sp>
              <p:nvSpPr>
                <p:cNvPr id="43031" name="AutoShape 50"/>
                <p:cNvSpPr>
                  <a:spLocks noChangeArrowheads="1"/>
                </p:cNvSpPr>
                <p:nvPr/>
              </p:nvSpPr>
              <p:spPr bwMode="auto">
                <a:xfrm>
                  <a:off x="7761" y="6699"/>
                  <a:ext cx="618" cy="432"/>
                </a:xfrm>
                <a:prstGeom prst="hexagon">
                  <a:avLst>
                    <a:gd name="adj" fmla="val 35764"/>
                    <a:gd name="vf" fmla="val 115470"/>
                  </a:avLst>
                </a:prstGeom>
                <a:solidFill>
                  <a:srgbClr val="993300"/>
                </a:solidFill>
                <a:ln w="9525">
                  <a:solidFill>
                    <a:srgbClr val="000000"/>
                  </a:solidFill>
                  <a:miter lim="800000"/>
                  <a:headEnd/>
                  <a:tailEnd/>
                </a:ln>
              </p:spPr>
              <p:txBody>
                <a:bodyPr/>
                <a:lstStyle/>
                <a:p>
                  <a:pPr algn="ctr" eaLnBrk="0" hangingPunct="0"/>
                  <a:r>
                    <a:rPr lang="en-US" sz="1000" b="1"/>
                    <a:t>6</a:t>
                  </a:r>
                </a:p>
                <a:p>
                  <a:pPr eaLnBrk="0" hangingPunct="0"/>
                  <a:endParaRPr lang="en-US" sz="1000"/>
                </a:p>
              </p:txBody>
            </p:sp>
            <p:sp>
              <p:nvSpPr>
                <p:cNvPr id="43032" name="AutoShape 51"/>
                <p:cNvSpPr>
                  <a:spLocks noChangeArrowheads="1"/>
                </p:cNvSpPr>
                <p:nvPr/>
              </p:nvSpPr>
              <p:spPr bwMode="auto">
                <a:xfrm>
                  <a:off x="7773" y="6267"/>
                  <a:ext cx="618" cy="432"/>
                </a:xfrm>
                <a:prstGeom prst="hexagon">
                  <a:avLst>
                    <a:gd name="adj" fmla="val 35764"/>
                    <a:gd name="vf" fmla="val 115470"/>
                  </a:avLst>
                </a:prstGeom>
                <a:solidFill>
                  <a:srgbClr val="FF9900"/>
                </a:solidFill>
                <a:ln w="9525">
                  <a:solidFill>
                    <a:srgbClr val="000000"/>
                  </a:solidFill>
                  <a:miter lim="800000"/>
                  <a:headEnd/>
                  <a:tailEnd/>
                </a:ln>
              </p:spPr>
              <p:txBody>
                <a:bodyPr/>
                <a:lstStyle/>
                <a:p>
                  <a:pPr algn="ctr" eaLnBrk="0" hangingPunct="0"/>
                  <a:r>
                    <a:rPr lang="en-US" sz="1000" b="1"/>
                    <a:t>7</a:t>
                  </a:r>
                </a:p>
                <a:p>
                  <a:pPr eaLnBrk="0" hangingPunct="0"/>
                  <a:endParaRPr lang="en-US" sz="1000"/>
                </a:p>
              </p:txBody>
            </p:sp>
            <p:sp>
              <p:nvSpPr>
                <p:cNvPr id="43033" name="AutoShape 52"/>
                <p:cNvSpPr>
                  <a:spLocks noChangeArrowheads="1"/>
                </p:cNvSpPr>
                <p:nvPr/>
              </p:nvSpPr>
              <p:spPr bwMode="auto">
                <a:xfrm>
                  <a:off x="6849" y="6714"/>
                  <a:ext cx="618" cy="432"/>
                </a:xfrm>
                <a:prstGeom prst="hexagon">
                  <a:avLst>
                    <a:gd name="adj" fmla="val 35764"/>
                    <a:gd name="vf" fmla="val 115470"/>
                  </a:avLst>
                </a:prstGeom>
                <a:solidFill>
                  <a:srgbClr val="00FF00"/>
                </a:solidFill>
                <a:ln w="9525">
                  <a:solidFill>
                    <a:srgbClr val="000000"/>
                  </a:solidFill>
                  <a:miter lim="800000"/>
                  <a:headEnd/>
                  <a:tailEnd/>
                </a:ln>
              </p:spPr>
              <p:txBody>
                <a:bodyPr/>
                <a:lstStyle/>
                <a:p>
                  <a:pPr algn="r" eaLnBrk="0" hangingPunct="0"/>
                  <a:r>
                    <a:rPr lang="en-US" sz="1000" b="1"/>
                    <a:t>4</a:t>
                  </a:r>
                </a:p>
                <a:p>
                  <a:pPr eaLnBrk="0" hangingPunct="0"/>
                  <a:endParaRPr lang="en-US" sz="1000"/>
                </a:p>
              </p:txBody>
            </p:sp>
            <p:sp>
              <p:nvSpPr>
                <p:cNvPr id="43034" name="AutoShape 53"/>
                <p:cNvSpPr>
                  <a:spLocks noChangeArrowheads="1"/>
                </p:cNvSpPr>
                <p:nvPr/>
              </p:nvSpPr>
              <p:spPr bwMode="auto">
                <a:xfrm>
                  <a:off x="6849" y="6267"/>
                  <a:ext cx="618" cy="432"/>
                </a:xfrm>
                <a:prstGeom prst="hexagon">
                  <a:avLst>
                    <a:gd name="adj" fmla="val 35764"/>
                    <a:gd name="vf" fmla="val 115470"/>
                  </a:avLst>
                </a:prstGeom>
                <a:solidFill>
                  <a:srgbClr val="FFFF99"/>
                </a:solidFill>
                <a:ln w="9525">
                  <a:solidFill>
                    <a:srgbClr val="000000"/>
                  </a:solidFill>
                  <a:miter lim="800000"/>
                  <a:headEnd/>
                  <a:tailEnd/>
                </a:ln>
              </p:spPr>
              <p:txBody>
                <a:bodyPr/>
                <a:lstStyle/>
                <a:p>
                  <a:pPr algn="ctr" eaLnBrk="0" hangingPunct="0"/>
                  <a:r>
                    <a:rPr lang="en-US" sz="1000" b="1"/>
                    <a:t>3</a:t>
                  </a:r>
                </a:p>
                <a:p>
                  <a:pPr eaLnBrk="0" hangingPunct="0"/>
                  <a:endParaRPr lang="en-US" sz="1000"/>
                </a:p>
              </p:txBody>
            </p:sp>
          </p:grpSp>
          <p:grpSp>
            <p:nvGrpSpPr>
              <p:cNvPr id="43020" name="Group 54"/>
              <p:cNvGrpSpPr>
                <a:grpSpLocks/>
              </p:cNvGrpSpPr>
              <p:nvPr/>
            </p:nvGrpSpPr>
            <p:grpSpPr bwMode="auto">
              <a:xfrm>
                <a:off x="3810" y="9435"/>
                <a:ext cx="1542" cy="1311"/>
                <a:chOff x="6849" y="6048"/>
                <a:chExt cx="1542" cy="1311"/>
              </a:xfrm>
            </p:grpSpPr>
            <p:sp>
              <p:nvSpPr>
                <p:cNvPr id="43021" name="AutoShape 55"/>
                <p:cNvSpPr>
                  <a:spLocks noChangeArrowheads="1"/>
                </p:cNvSpPr>
                <p:nvPr/>
              </p:nvSpPr>
              <p:spPr bwMode="auto">
                <a:xfrm>
                  <a:off x="7302" y="6480"/>
                  <a:ext cx="618" cy="432"/>
                </a:xfrm>
                <a:prstGeom prst="hexagon">
                  <a:avLst>
                    <a:gd name="adj" fmla="val 35764"/>
                    <a:gd name="vf" fmla="val 115470"/>
                  </a:avLst>
                </a:prstGeom>
                <a:solidFill>
                  <a:srgbClr val="CCFFFF"/>
                </a:solidFill>
                <a:ln w="9525">
                  <a:solidFill>
                    <a:srgbClr val="000000"/>
                  </a:solidFill>
                  <a:miter lim="800000"/>
                  <a:headEnd/>
                  <a:tailEnd/>
                </a:ln>
              </p:spPr>
              <p:txBody>
                <a:bodyPr/>
                <a:lstStyle/>
                <a:p>
                  <a:pPr algn="ctr" eaLnBrk="0" hangingPunct="0"/>
                  <a:r>
                    <a:rPr lang="en-US" sz="1000" b="1"/>
                    <a:t>1</a:t>
                  </a:r>
                </a:p>
                <a:p>
                  <a:pPr eaLnBrk="0" hangingPunct="0"/>
                  <a:endParaRPr lang="en-US" sz="1000"/>
                </a:p>
              </p:txBody>
            </p:sp>
            <p:sp>
              <p:nvSpPr>
                <p:cNvPr id="43022" name="AutoShape 56"/>
                <p:cNvSpPr>
                  <a:spLocks noChangeArrowheads="1"/>
                </p:cNvSpPr>
                <p:nvPr/>
              </p:nvSpPr>
              <p:spPr bwMode="auto">
                <a:xfrm>
                  <a:off x="7302" y="6048"/>
                  <a:ext cx="618" cy="432"/>
                </a:xfrm>
                <a:prstGeom prst="hexagon">
                  <a:avLst>
                    <a:gd name="adj" fmla="val 35764"/>
                    <a:gd name="vf" fmla="val 115470"/>
                  </a:avLst>
                </a:prstGeom>
                <a:solidFill>
                  <a:srgbClr val="FF00FF"/>
                </a:solidFill>
                <a:ln w="9525">
                  <a:solidFill>
                    <a:srgbClr val="000000"/>
                  </a:solidFill>
                  <a:miter lim="800000"/>
                  <a:headEnd/>
                  <a:tailEnd/>
                </a:ln>
              </p:spPr>
              <p:txBody>
                <a:bodyPr/>
                <a:lstStyle/>
                <a:p>
                  <a:pPr algn="ctr" eaLnBrk="0" hangingPunct="0"/>
                  <a:r>
                    <a:rPr lang="en-US" sz="1000" b="1"/>
                    <a:t>2</a:t>
                  </a:r>
                </a:p>
                <a:p>
                  <a:pPr eaLnBrk="0" hangingPunct="0"/>
                  <a:endParaRPr lang="en-US" sz="1000"/>
                </a:p>
              </p:txBody>
            </p:sp>
            <p:sp>
              <p:nvSpPr>
                <p:cNvPr id="43023" name="AutoShape 57"/>
                <p:cNvSpPr>
                  <a:spLocks noChangeArrowheads="1"/>
                </p:cNvSpPr>
                <p:nvPr/>
              </p:nvSpPr>
              <p:spPr bwMode="auto">
                <a:xfrm>
                  <a:off x="7314" y="6927"/>
                  <a:ext cx="618" cy="432"/>
                </a:xfrm>
                <a:prstGeom prst="hexagon">
                  <a:avLst>
                    <a:gd name="adj" fmla="val 35764"/>
                    <a:gd name="vf" fmla="val 115470"/>
                  </a:avLst>
                </a:prstGeom>
                <a:solidFill>
                  <a:srgbClr val="FF0000"/>
                </a:solidFill>
                <a:ln w="9525">
                  <a:solidFill>
                    <a:srgbClr val="000000"/>
                  </a:solidFill>
                  <a:miter lim="800000"/>
                  <a:headEnd/>
                  <a:tailEnd/>
                </a:ln>
              </p:spPr>
              <p:txBody>
                <a:bodyPr/>
                <a:lstStyle/>
                <a:p>
                  <a:pPr algn="r" eaLnBrk="0" hangingPunct="0"/>
                  <a:r>
                    <a:rPr lang="en-US" sz="1000" b="1"/>
                    <a:t>5</a:t>
                  </a:r>
                </a:p>
                <a:p>
                  <a:pPr eaLnBrk="0" hangingPunct="0"/>
                  <a:endParaRPr lang="en-US" sz="1000"/>
                </a:p>
              </p:txBody>
            </p:sp>
            <p:sp>
              <p:nvSpPr>
                <p:cNvPr id="43024" name="AutoShape 58"/>
                <p:cNvSpPr>
                  <a:spLocks noChangeArrowheads="1"/>
                </p:cNvSpPr>
                <p:nvPr/>
              </p:nvSpPr>
              <p:spPr bwMode="auto">
                <a:xfrm>
                  <a:off x="7761" y="6699"/>
                  <a:ext cx="618" cy="432"/>
                </a:xfrm>
                <a:prstGeom prst="hexagon">
                  <a:avLst>
                    <a:gd name="adj" fmla="val 35764"/>
                    <a:gd name="vf" fmla="val 115470"/>
                  </a:avLst>
                </a:prstGeom>
                <a:solidFill>
                  <a:srgbClr val="993300"/>
                </a:solidFill>
                <a:ln w="9525">
                  <a:solidFill>
                    <a:srgbClr val="000000"/>
                  </a:solidFill>
                  <a:miter lim="800000"/>
                  <a:headEnd/>
                  <a:tailEnd/>
                </a:ln>
              </p:spPr>
              <p:txBody>
                <a:bodyPr/>
                <a:lstStyle/>
                <a:p>
                  <a:pPr algn="ctr" eaLnBrk="0" hangingPunct="0"/>
                  <a:r>
                    <a:rPr lang="en-US" sz="1000" b="1"/>
                    <a:t>6</a:t>
                  </a:r>
                </a:p>
                <a:p>
                  <a:pPr eaLnBrk="0" hangingPunct="0"/>
                  <a:endParaRPr lang="en-US" sz="1000"/>
                </a:p>
              </p:txBody>
            </p:sp>
            <p:sp>
              <p:nvSpPr>
                <p:cNvPr id="43025" name="AutoShape 59"/>
                <p:cNvSpPr>
                  <a:spLocks noChangeArrowheads="1"/>
                </p:cNvSpPr>
                <p:nvPr/>
              </p:nvSpPr>
              <p:spPr bwMode="auto">
                <a:xfrm>
                  <a:off x="7773" y="6267"/>
                  <a:ext cx="618" cy="432"/>
                </a:xfrm>
                <a:prstGeom prst="hexagon">
                  <a:avLst>
                    <a:gd name="adj" fmla="val 35764"/>
                    <a:gd name="vf" fmla="val 115470"/>
                  </a:avLst>
                </a:prstGeom>
                <a:solidFill>
                  <a:srgbClr val="FF9900"/>
                </a:solidFill>
                <a:ln w="9525">
                  <a:solidFill>
                    <a:srgbClr val="000000"/>
                  </a:solidFill>
                  <a:miter lim="800000"/>
                  <a:headEnd/>
                  <a:tailEnd/>
                </a:ln>
              </p:spPr>
              <p:txBody>
                <a:bodyPr/>
                <a:lstStyle/>
                <a:p>
                  <a:pPr algn="ctr" eaLnBrk="0" hangingPunct="0"/>
                  <a:r>
                    <a:rPr lang="en-US" sz="1000" b="1"/>
                    <a:t>7</a:t>
                  </a:r>
                </a:p>
                <a:p>
                  <a:pPr eaLnBrk="0" hangingPunct="0"/>
                  <a:endParaRPr lang="en-US" sz="1000"/>
                </a:p>
              </p:txBody>
            </p:sp>
            <p:sp>
              <p:nvSpPr>
                <p:cNvPr id="43026" name="AutoShape 60"/>
                <p:cNvSpPr>
                  <a:spLocks noChangeArrowheads="1"/>
                </p:cNvSpPr>
                <p:nvPr/>
              </p:nvSpPr>
              <p:spPr bwMode="auto">
                <a:xfrm>
                  <a:off x="6849" y="6714"/>
                  <a:ext cx="618" cy="432"/>
                </a:xfrm>
                <a:prstGeom prst="hexagon">
                  <a:avLst>
                    <a:gd name="adj" fmla="val 35764"/>
                    <a:gd name="vf" fmla="val 115470"/>
                  </a:avLst>
                </a:prstGeom>
                <a:solidFill>
                  <a:srgbClr val="00FF00"/>
                </a:solidFill>
                <a:ln w="9525">
                  <a:solidFill>
                    <a:srgbClr val="000000"/>
                  </a:solidFill>
                  <a:miter lim="800000"/>
                  <a:headEnd/>
                  <a:tailEnd/>
                </a:ln>
              </p:spPr>
              <p:txBody>
                <a:bodyPr/>
                <a:lstStyle/>
                <a:p>
                  <a:pPr algn="r" eaLnBrk="0" hangingPunct="0"/>
                  <a:r>
                    <a:rPr lang="en-US" sz="1000" b="1"/>
                    <a:t>4</a:t>
                  </a:r>
                </a:p>
                <a:p>
                  <a:pPr eaLnBrk="0" hangingPunct="0"/>
                  <a:endParaRPr lang="en-US" sz="1000"/>
                </a:p>
              </p:txBody>
            </p:sp>
            <p:sp>
              <p:nvSpPr>
                <p:cNvPr id="43027" name="AutoShape 61"/>
                <p:cNvSpPr>
                  <a:spLocks noChangeArrowheads="1"/>
                </p:cNvSpPr>
                <p:nvPr/>
              </p:nvSpPr>
              <p:spPr bwMode="auto">
                <a:xfrm>
                  <a:off x="6849" y="6267"/>
                  <a:ext cx="618" cy="432"/>
                </a:xfrm>
                <a:prstGeom prst="hexagon">
                  <a:avLst>
                    <a:gd name="adj" fmla="val 35764"/>
                    <a:gd name="vf" fmla="val 115470"/>
                  </a:avLst>
                </a:prstGeom>
                <a:solidFill>
                  <a:srgbClr val="FFFF99"/>
                </a:solidFill>
                <a:ln w="9525">
                  <a:solidFill>
                    <a:srgbClr val="000000"/>
                  </a:solidFill>
                  <a:miter lim="800000"/>
                  <a:headEnd/>
                  <a:tailEnd/>
                </a:ln>
              </p:spPr>
              <p:txBody>
                <a:bodyPr/>
                <a:lstStyle/>
                <a:p>
                  <a:pPr algn="ctr" eaLnBrk="0" hangingPunct="0"/>
                  <a:r>
                    <a:rPr lang="en-US" sz="1000" b="1"/>
                    <a:t>3</a:t>
                  </a:r>
                </a:p>
                <a:p>
                  <a:pPr eaLnBrk="0" hangingPunct="0"/>
                  <a:endParaRPr lang="en-US" sz="1000"/>
                </a:p>
              </p:txBody>
            </p:sp>
          </p:grpSp>
        </p:grpSp>
      </p:grpSp>
    </p:spTree>
  </p:cSld>
  <p:clrMapOvr>
    <a:masterClrMapping/>
  </p:clrMapOvr>
  <p:transition spd="med">
    <p:zoom dir="in"/>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2"/>
          </p:nvPr>
        </p:nvSpPr>
        <p:spPr>
          <a:noFill/>
        </p:spPr>
        <p:txBody>
          <a:bodyPr/>
          <a:lstStyle/>
          <a:p>
            <a:fld id="{C9DCA392-F94A-44A4-95D2-3A49DE7AED1D}" type="slidenum">
              <a:rPr lang="en-US" smtClean="0"/>
              <a:pPr/>
              <a:t>28</a:t>
            </a:fld>
            <a:endParaRPr lang="en-US"/>
          </a:p>
        </p:txBody>
      </p:sp>
      <p:sp>
        <p:nvSpPr>
          <p:cNvPr id="44035" name="Rectangle 2"/>
          <p:cNvSpPr>
            <a:spLocks noGrp="1" noChangeArrowheads="1"/>
          </p:cNvSpPr>
          <p:nvPr>
            <p:ph type="title"/>
          </p:nvPr>
        </p:nvSpPr>
        <p:spPr>
          <a:xfrm>
            <a:off x="2133600" y="609600"/>
            <a:ext cx="4495800" cy="609600"/>
          </a:xfrm>
          <a:solidFill>
            <a:srgbClr val="99CCFF"/>
          </a:solidFill>
        </p:spPr>
        <p:txBody>
          <a:bodyPr/>
          <a:lstStyle/>
          <a:p>
            <a:pPr eaLnBrk="1" hangingPunct="1"/>
            <a:r>
              <a:rPr lang="en-US" sz="4000"/>
              <a:t>Frequency Reuse</a:t>
            </a:r>
          </a:p>
        </p:txBody>
      </p:sp>
      <p:sp>
        <p:nvSpPr>
          <p:cNvPr id="44036" name="AutoShape 3"/>
          <p:cNvSpPr>
            <a:spLocks noChangeArrowheads="1"/>
          </p:cNvSpPr>
          <p:nvPr/>
        </p:nvSpPr>
        <p:spPr bwMode="auto">
          <a:xfrm>
            <a:off x="4487863" y="3097213"/>
            <a:ext cx="841375" cy="692150"/>
          </a:xfrm>
          <a:prstGeom prst="hexagon">
            <a:avLst>
              <a:gd name="adj" fmla="val 30390"/>
              <a:gd name="vf" fmla="val 115470"/>
            </a:avLst>
          </a:prstGeom>
          <a:solidFill>
            <a:srgbClr val="6699FF"/>
          </a:solidFill>
          <a:ln w="9525">
            <a:solidFill>
              <a:schemeClr val="tx1"/>
            </a:solidFill>
            <a:miter lim="800000"/>
            <a:headEnd/>
            <a:tailEnd/>
          </a:ln>
        </p:spPr>
        <p:txBody>
          <a:bodyPr wrap="none" anchor="ctr"/>
          <a:lstStyle/>
          <a:p>
            <a:endParaRPr lang="en-US"/>
          </a:p>
        </p:txBody>
      </p:sp>
      <p:sp>
        <p:nvSpPr>
          <p:cNvPr id="44037" name="AutoShape 4"/>
          <p:cNvSpPr>
            <a:spLocks noChangeArrowheads="1"/>
          </p:cNvSpPr>
          <p:nvPr/>
        </p:nvSpPr>
        <p:spPr bwMode="auto">
          <a:xfrm>
            <a:off x="5094288" y="2749550"/>
            <a:ext cx="842962" cy="693738"/>
          </a:xfrm>
          <a:prstGeom prst="hexagon">
            <a:avLst>
              <a:gd name="adj" fmla="val 30378"/>
              <a:gd name="vf" fmla="val 115470"/>
            </a:avLst>
          </a:prstGeom>
          <a:solidFill>
            <a:schemeClr val="accent1"/>
          </a:solidFill>
          <a:ln w="9525">
            <a:solidFill>
              <a:schemeClr val="tx1"/>
            </a:solidFill>
            <a:miter lim="800000"/>
            <a:headEnd/>
            <a:tailEnd/>
          </a:ln>
        </p:spPr>
        <p:txBody>
          <a:bodyPr wrap="none" anchor="ctr"/>
          <a:lstStyle/>
          <a:p>
            <a:endParaRPr lang="en-US"/>
          </a:p>
        </p:txBody>
      </p:sp>
      <p:sp>
        <p:nvSpPr>
          <p:cNvPr id="44038" name="AutoShape 5"/>
          <p:cNvSpPr>
            <a:spLocks noChangeArrowheads="1"/>
          </p:cNvSpPr>
          <p:nvPr/>
        </p:nvSpPr>
        <p:spPr bwMode="auto">
          <a:xfrm>
            <a:off x="5094288" y="3443288"/>
            <a:ext cx="842962" cy="692150"/>
          </a:xfrm>
          <a:prstGeom prst="hexagon">
            <a:avLst>
              <a:gd name="adj" fmla="val 30447"/>
              <a:gd name="vf" fmla="val 115470"/>
            </a:avLst>
          </a:prstGeom>
          <a:solidFill>
            <a:srgbClr val="71EE44"/>
          </a:solidFill>
          <a:ln w="9525">
            <a:solidFill>
              <a:schemeClr val="tx1"/>
            </a:solidFill>
            <a:miter lim="800000"/>
            <a:headEnd/>
            <a:tailEnd/>
          </a:ln>
        </p:spPr>
        <p:txBody>
          <a:bodyPr wrap="none" anchor="ctr"/>
          <a:lstStyle/>
          <a:p>
            <a:endParaRPr lang="en-US"/>
          </a:p>
        </p:txBody>
      </p:sp>
      <p:sp>
        <p:nvSpPr>
          <p:cNvPr id="44039" name="AutoShape 6"/>
          <p:cNvSpPr>
            <a:spLocks noChangeArrowheads="1"/>
          </p:cNvSpPr>
          <p:nvPr/>
        </p:nvSpPr>
        <p:spPr bwMode="auto">
          <a:xfrm>
            <a:off x="5702300" y="3097213"/>
            <a:ext cx="841375" cy="692150"/>
          </a:xfrm>
          <a:prstGeom prst="hexagon">
            <a:avLst>
              <a:gd name="adj" fmla="val 30390"/>
              <a:gd name="vf" fmla="val 115470"/>
            </a:avLst>
          </a:prstGeom>
          <a:solidFill>
            <a:srgbClr val="9A9899"/>
          </a:solidFill>
          <a:ln w="9525">
            <a:solidFill>
              <a:schemeClr val="tx1"/>
            </a:solidFill>
            <a:miter lim="800000"/>
            <a:headEnd/>
            <a:tailEnd/>
          </a:ln>
        </p:spPr>
        <p:txBody>
          <a:bodyPr wrap="none" anchor="ctr"/>
          <a:lstStyle/>
          <a:p>
            <a:endParaRPr lang="en-US"/>
          </a:p>
        </p:txBody>
      </p:sp>
      <p:sp>
        <p:nvSpPr>
          <p:cNvPr id="44040" name="AutoShape 7"/>
          <p:cNvSpPr>
            <a:spLocks noChangeArrowheads="1"/>
          </p:cNvSpPr>
          <p:nvPr/>
        </p:nvSpPr>
        <p:spPr bwMode="auto">
          <a:xfrm>
            <a:off x="5702300" y="2403475"/>
            <a:ext cx="841375" cy="693738"/>
          </a:xfrm>
          <a:prstGeom prst="hexagon">
            <a:avLst>
              <a:gd name="adj" fmla="val 28956"/>
              <a:gd name="vf" fmla="val 115470"/>
            </a:avLst>
          </a:prstGeom>
          <a:solidFill>
            <a:srgbClr val="3DF5F1"/>
          </a:solidFill>
          <a:ln w="9525">
            <a:solidFill>
              <a:schemeClr val="tx1"/>
            </a:solidFill>
            <a:miter lim="800000"/>
            <a:headEnd/>
            <a:tailEnd/>
          </a:ln>
        </p:spPr>
        <p:txBody>
          <a:bodyPr wrap="none" anchor="ctr"/>
          <a:lstStyle/>
          <a:p>
            <a:endParaRPr lang="en-US"/>
          </a:p>
        </p:txBody>
      </p:sp>
      <p:sp>
        <p:nvSpPr>
          <p:cNvPr id="44041" name="AutoShape 8"/>
          <p:cNvSpPr>
            <a:spLocks noChangeArrowheads="1"/>
          </p:cNvSpPr>
          <p:nvPr/>
        </p:nvSpPr>
        <p:spPr bwMode="auto">
          <a:xfrm>
            <a:off x="5094288" y="2057400"/>
            <a:ext cx="788987" cy="692150"/>
          </a:xfrm>
          <a:prstGeom prst="hexagon">
            <a:avLst>
              <a:gd name="adj" fmla="val 26851"/>
              <a:gd name="vf" fmla="val 115470"/>
            </a:avLst>
          </a:prstGeom>
          <a:solidFill>
            <a:srgbClr val="FF99FF"/>
          </a:solidFill>
          <a:ln w="9525">
            <a:solidFill>
              <a:schemeClr val="tx1"/>
            </a:solidFill>
            <a:miter lim="800000"/>
            <a:headEnd/>
            <a:tailEnd/>
          </a:ln>
        </p:spPr>
        <p:txBody>
          <a:bodyPr wrap="none" anchor="ctr"/>
          <a:lstStyle/>
          <a:p>
            <a:endParaRPr lang="en-US"/>
          </a:p>
        </p:txBody>
      </p:sp>
      <p:sp>
        <p:nvSpPr>
          <p:cNvPr id="44042" name="AutoShape 9"/>
          <p:cNvSpPr>
            <a:spLocks noChangeArrowheads="1"/>
          </p:cNvSpPr>
          <p:nvPr/>
        </p:nvSpPr>
        <p:spPr bwMode="auto">
          <a:xfrm>
            <a:off x="4487863" y="2403475"/>
            <a:ext cx="841375" cy="693738"/>
          </a:xfrm>
          <a:prstGeom prst="hexagon">
            <a:avLst>
              <a:gd name="adj" fmla="val 30320"/>
              <a:gd name="vf" fmla="val 115470"/>
            </a:avLst>
          </a:prstGeom>
          <a:solidFill>
            <a:srgbClr val="FFFF00"/>
          </a:solidFill>
          <a:ln w="9525">
            <a:solidFill>
              <a:schemeClr val="tx1"/>
            </a:solidFill>
            <a:miter lim="800000"/>
            <a:headEnd/>
            <a:tailEnd/>
          </a:ln>
        </p:spPr>
        <p:txBody>
          <a:bodyPr wrap="none" anchor="ctr"/>
          <a:lstStyle/>
          <a:p>
            <a:endParaRPr lang="en-US"/>
          </a:p>
        </p:txBody>
      </p:sp>
      <p:sp>
        <p:nvSpPr>
          <p:cNvPr id="44043" name="Text Box 10"/>
          <p:cNvSpPr txBox="1">
            <a:spLocks noChangeArrowheads="1"/>
          </p:cNvSpPr>
          <p:nvPr/>
        </p:nvSpPr>
        <p:spPr bwMode="auto">
          <a:xfrm>
            <a:off x="5337175" y="2230438"/>
            <a:ext cx="336550" cy="457200"/>
          </a:xfrm>
          <a:prstGeom prst="rect">
            <a:avLst/>
          </a:prstGeom>
          <a:noFill/>
          <a:ln w="9525">
            <a:noFill/>
            <a:miter lim="800000"/>
            <a:headEnd/>
            <a:tailEnd/>
          </a:ln>
        </p:spPr>
        <p:txBody>
          <a:bodyPr wrap="none">
            <a:spAutoFit/>
          </a:bodyPr>
          <a:lstStyle/>
          <a:p>
            <a:pPr eaLnBrk="0" hangingPunct="0"/>
            <a:r>
              <a:rPr lang="en-US"/>
              <a:t>2</a:t>
            </a:r>
          </a:p>
        </p:txBody>
      </p:sp>
      <p:sp>
        <p:nvSpPr>
          <p:cNvPr id="44044" name="Text Box 11"/>
          <p:cNvSpPr txBox="1">
            <a:spLocks noChangeArrowheads="1"/>
          </p:cNvSpPr>
          <p:nvPr/>
        </p:nvSpPr>
        <p:spPr bwMode="auto">
          <a:xfrm>
            <a:off x="5334000" y="2895600"/>
            <a:ext cx="336550" cy="457200"/>
          </a:xfrm>
          <a:prstGeom prst="rect">
            <a:avLst/>
          </a:prstGeom>
          <a:noFill/>
          <a:ln w="9525">
            <a:noFill/>
            <a:miter lim="800000"/>
            <a:headEnd/>
            <a:tailEnd/>
          </a:ln>
        </p:spPr>
        <p:txBody>
          <a:bodyPr wrap="none">
            <a:spAutoFit/>
          </a:bodyPr>
          <a:lstStyle/>
          <a:p>
            <a:pPr eaLnBrk="0" hangingPunct="0"/>
            <a:r>
              <a:rPr lang="en-US"/>
              <a:t>4</a:t>
            </a:r>
          </a:p>
        </p:txBody>
      </p:sp>
      <p:sp>
        <p:nvSpPr>
          <p:cNvPr id="44045" name="Text Box 12"/>
          <p:cNvSpPr txBox="1">
            <a:spLocks noChangeArrowheads="1"/>
          </p:cNvSpPr>
          <p:nvPr/>
        </p:nvSpPr>
        <p:spPr bwMode="auto">
          <a:xfrm>
            <a:off x="5943600" y="2576513"/>
            <a:ext cx="336550" cy="457200"/>
          </a:xfrm>
          <a:prstGeom prst="rect">
            <a:avLst/>
          </a:prstGeom>
          <a:noFill/>
          <a:ln w="9525">
            <a:noFill/>
            <a:miter lim="800000"/>
            <a:headEnd/>
            <a:tailEnd/>
          </a:ln>
        </p:spPr>
        <p:txBody>
          <a:bodyPr wrap="none">
            <a:spAutoFit/>
          </a:bodyPr>
          <a:lstStyle/>
          <a:p>
            <a:pPr eaLnBrk="0" hangingPunct="0"/>
            <a:r>
              <a:rPr lang="en-US"/>
              <a:t>5</a:t>
            </a:r>
          </a:p>
        </p:txBody>
      </p:sp>
      <p:sp>
        <p:nvSpPr>
          <p:cNvPr id="44046" name="Text Box 13"/>
          <p:cNvSpPr txBox="1">
            <a:spLocks noChangeArrowheads="1"/>
          </p:cNvSpPr>
          <p:nvPr/>
        </p:nvSpPr>
        <p:spPr bwMode="auto">
          <a:xfrm>
            <a:off x="5943600" y="3270250"/>
            <a:ext cx="336550" cy="457200"/>
          </a:xfrm>
          <a:prstGeom prst="rect">
            <a:avLst/>
          </a:prstGeom>
          <a:noFill/>
          <a:ln w="9525">
            <a:noFill/>
            <a:miter lim="800000"/>
            <a:headEnd/>
            <a:tailEnd/>
          </a:ln>
        </p:spPr>
        <p:txBody>
          <a:bodyPr wrap="none">
            <a:spAutoFit/>
          </a:bodyPr>
          <a:lstStyle/>
          <a:p>
            <a:pPr eaLnBrk="0" hangingPunct="0"/>
            <a:r>
              <a:rPr lang="en-US"/>
              <a:t>7</a:t>
            </a:r>
          </a:p>
        </p:txBody>
      </p:sp>
      <p:sp>
        <p:nvSpPr>
          <p:cNvPr id="44047" name="Text Box 14"/>
          <p:cNvSpPr txBox="1">
            <a:spLocks noChangeArrowheads="1"/>
          </p:cNvSpPr>
          <p:nvPr/>
        </p:nvSpPr>
        <p:spPr bwMode="auto">
          <a:xfrm>
            <a:off x="5337175" y="3616325"/>
            <a:ext cx="336550" cy="457200"/>
          </a:xfrm>
          <a:prstGeom prst="rect">
            <a:avLst/>
          </a:prstGeom>
          <a:noFill/>
          <a:ln w="9525">
            <a:noFill/>
            <a:miter lim="800000"/>
            <a:headEnd/>
            <a:tailEnd/>
          </a:ln>
        </p:spPr>
        <p:txBody>
          <a:bodyPr wrap="none">
            <a:spAutoFit/>
          </a:bodyPr>
          <a:lstStyle/>
          <a:p>
            <a:pPr eaLnBrk="0" hangingPunct="0"/>
            <a:r>
              <a:rPr lang="en-US"/>
              <a:t>6</a:t>
            </a:r>
          </a:p>
        </p:txBody>
      </p:sp>
      <p:sp>
        <p:nvSpPr>
          <p:cNvPr id="44048" name="Text Box 15"/>
          <p:cNvSpPr txBox="1">
            <a:spLocks noChangeArrowheads="1"/>
          </p:cNvSpPr>
          <p:nvPr/>
        </p:nvSpPr>
        <p:spPr bwMode="auto">
          <a:xfrm>
            <a:off x="4791075" y="3270250"/>
            <a:ext cx="336550" cy="457200"/>
          </a:xfrm>
          <a:prstGeom prst="rect">
            <a:avLst/>
          </a:prstGeom>
          <a:noFill/>
          <a:ln w="9525">
            <a:noFill/>
            <a:miter lim="800000"/>
            <a:headEnd/>
            <a:tailEnd/>
          </a:ln>
        </p:spPr>
        <p:txBody>
          <a:bodyPr wrap="none">
            <a:spAutoFit/>
          </a:bodyPr>
          <a:lstStyle/>
          <a:p>
            <a:pPr eaLnBrk="0" hangingPunct="0"/>
            <a:r>
              <a:rPr lang="en-US"/>
              <a:t>3</a:t>
            </a:r>
          </a:p>
        </p:txBody>
      </p:sp>
      <p:sp>
        <p:nvSpPr>
          <p:cNvPr id="44049" name="AutoShape 16"/>
          <p:cNvSpPr>
            <a:spLocks noChangeArrowheads="1"/>
          </p:cNvSpPr>
          <p:nvPr/>
        </p:nvSpPr>
        <p:spPr bwMode="auto">
          <a:xfrm>
            <a:off x="2514600" y="3402013"/>
            <a:ext cx="841375" cy="692150"/>
          </a:xfrm>
          <a:prstGeom prst="hexagon">
            <a:avLst>
              <a:gd name="adj" fmla="val 30390"/>
              <a:gd name="vf" fmla="val 115470"/>
            </a:avLst>
          </a:prstGeom>
          <a:solidFill>
            <a:srgbClr val="6699FF"/>
          </a:solidFill>
          <a:ln w="9525">
            <a:solidFill>
              <a:schemeClr val="tx1"/>
            </a:solidFill>
            <a:miter lim="800000"/>
            <a:headEnd/>
            <a:tailEnd/>
          </a:ln>
        </p:spPr>
        <p:txBody>
          <a:bodyPr wrap="none" anchor="ctr"/>
          <a:lstStyle/>
          <a:p>
            <a:endParaRPr lang="en-US"/>
          </a:p>
        </p:txBody>
      </p:sp>
      <p:sp>
        <p:nvSpPr>
          <p:cNvPr id="44050" name="AutoShape 17"/>
          <p:cNvSpPr>
            <a:spLocks noChangeArrowheads="1"/>
          </p:cNvSpPr>
          <p:nvPr/>
        </p:nvSpPr>
        <p:spPr bwMode="auto">
          <a:xfrm>
            <a:off x="3121025" y="3054350"/>
            <a:ext cx="842963" cy="693738"/>
          </a:xfrm>
          <a:prstGeom prst="hexagon">
            <a:avLst>
              <a:gd name="adj" fmla="val 30378"/>
              <a:gd name="vf" fmla="val 115470"/>
            </a:avLst>
          </a:prstGeom>
          <a:solidFill>
            <a:schemeClr val="accent1"/>
          </a:solidFill>
          <a:ln w="9525">
            <a:solidFill>
              <a:schemeClr val="tx1"/>
            </a:solidFill>
            <a:miter lim="800000"/>
            <a:headEnd/>
            <a:tailEnd/>
          </a:ln>
        </p:spPr>
        <p:txBody>
          <a:bodyPr wrap="none" anchor="ctr"/>
          <a:lstStyle/>
          <a:p>
            <a:endParaRPr lang="en-US"/>
          </a:p>
        </p:txBody>
      </p:sp>
      <p:sp>
        <p:nvSpPr>
          <p:cNvPr id="44051" name="AutoShape 18"/>
          <p:cNvSpPr>
            <a:spLocks noChangeArrowheads="1"/>
          </p:cNvSpPr>
          <p:nvPr/>
        </p:nvSpPr>
        <p:spPr bwMode="auto">
          <a:xfrm>
            <a:off x="3121025" y="3748088"/>
            <a:ext cx="842963" cy="692150"/>
          </a:xfrm>
          <a:prstGeom prst="hexagon">
            <a:avLst>
              <a:gd name="adj" fmla="val 30447"/>
              <a:gd name="vf" fmla="val 115470"/>
            </a:avLst>
          </a:prstGeom>
          <a:solidFill>
            <a:srgbClr val="71EE44"/>
          </a:solidFill>
          <a:ln w="9525">
            <a:solidFill>
              <a:schemeClr val="tx1"/>
            </a:solidFill>
            <a:miter lim="800000"/>
            <a:headEnd/>
            <a:tailEnd/>
          </a:ln>
        </p:spPr>
        <p:txBody>
          <a:bodyPr wrap="none" anchor="ctr"/>
          <a:lstStyle/>
          <a:p>
            <a:endParaRPr lang="en-US"/>
          </a:p>
        </p:txBody>
      </p:sp>
      <p:sp>
        <p:nvSpPr>
          <p:cNvPr id="44052" name="AutoShape 19"/>
          <p:cNvSpPr>
            <a:spLocks noChangeArrowheads="1"/>
          </p:cNvSpPr>
          <p:nvPr/>
        </p:nvSpPr>
        <p:spPr bwMode="auto">
          <a:xfrm>
            <a:off x="3729038" y="3402013"/>
            <a:ext cx="841375" cy="692150"/>
          </a:xfrm>
          <a:prstGeom prst="hexagon">
            <a:avLst>
              <a:gd name="adj" fmla="val 30390"/>
              <a:gd name="vf" fmla="val 115470"/>
            </a:avLst>
          </a:prstGeom>
          <a:solidFill>
            <a:srgbClr val="9A9899"/>
          </a:solidFill>
          <a:ln w="9525">
            <a:solidFill>
              <a:schemeClr val="tx1"/>
            </a:solidFill>
            <a:miter lim="800000"/>
            <a:headEnd/>
            <a:tailEnd/>
          </a:ln>
        </p:spPr>
        <p:txBody>
          <a:bodyPr wrap="none" anchor="ctr"/>
          <a:lstStyle/>
          <a:p>
            <a:endParaRPr lang="en-US"/>
          </a:p>
        </p:txBody>
      </p:sp>
      <p:sp>
        <p:nvSpPr>
          <p:cNvPr id="44053" name="AutoShape 20"/>
          <p:cNvSpPr>
            <a:spLocks noChangeArrowheads="1"/>
          </p:cNvSpPr>
          <p:nvPr/>
        </p:nvSpPr>
        <p:spPr bwMode="auto">
          <a:xfrm>
            <a:off x="3729038" y="2708275"/>
            <a:ext cx="841375" cy="693738"/>
          </a:xfrm>
          <a:prstGeom prst="hexagon">
            <a:avLst>
              <a:gd name="adj" fmla="val 28956"/>
              <a:gd name="vf" fmla="val 115470"/>
            </a:avLst>
          </a:prstGeom>
          <a:solidFill>
            <a:srgbClr val="3DF5F1"/>
          </a:solidFill>
          <a:ln w="9525">
            <a:solidFill>
              <a:schemeClr val="tx1"/>
            </a:solidFill>
            <a:miter lim="800000"/>
            <a:headEnd/>
            <a:tailEnd/>
          </a:ln>
        </p:spPr>
        <p:txBody>
          <a:bodyPr wrap="none" anchor="ctr"/>
          <a:lstStyle/>
          <a:p>
            <a:endParaRPr lang="en-US"/>
          </a:p>
        </p:txBody>
      </p:sp>
      <p:sp>
        <p:nvSpPr>
          <p:cNvPr id="44054" name="AutoShape 21"/>
          <p:cNvSpPr>
            <a:spLocks noChangeArrowheads="1"/>
          </p:cNvSpPr>
          <p:nvPr/>
        </p:nvSpPr>
        <p:spPr bwMode="auto">
          <a:xfrm>
            <a:off x="3121025" y="2362200"/>
            <a:ext cx="788988" cy="692150"/>
          </a:xfrm>
          <a:prstGeom prst="hexagon">
            <a:avLst>
              <a:gd name="adj" fmla="val 26851"/>
              <a:gd name="vf" fmla="val 115470"/>
            </a:avLst>
          </a:prstGeom>
          <a:solidFill>
            <a:srgbClr val="FF99FF"/>
          </a:solidFill>
          <a:ln w="9525">
            <a:solidFill>
              <a:schemeClr val="tx1"/>
            </a:solidFill>
            <a:miter lim="800000"/>
            <a:headEnd/>
            <a:tailEnd/>
          </a:ln>
        </p:spPr>
        <p:txBody>
          <a:bodyPr wrap="none" anchor="ctr"/>
          <a:lstStyle/>
          <a:p>
            <a:endParaRPr lang="en-US"/>
          </a:p>
        </p:txBody>
      </p:sp>
      <p:sp>
        <p:nvSpPr>
          <p:cNvPr id="44055" name="AutoShape 22"/>
          <p:cNvSpPr>
            <a:spLocks noChangeArrowheads="1"/>
          </p:cNvSpPr>
          <p:nvPr/>
        </p:nvSpPr>
        <p:spPr bwMode="auto">
          <a:xfrm>
            <a:off x="2514600" y="2708275"/>
            <a:ext cx="841375" cy="693738"/>
          </a:xfrm>
          <a:prstGeom prst="hexagon">
            <a:avLst>
              <a:gd name="adj" fmla="val 30320"/>
              <a:gd name="vf" fmla="val 115470"/>
            </a:avLst>
          </a:prstGeom>
          <a:solidFill>
            <a:srgbClr val="FFFF00"/>
          </a:solidFill>
          <a:ln w="9525">
            <a:solidFill>
              <a:schemeClr val="tx1"/>
            </a:solidFill>
            <a:miter lim="800000"/>
            <a:headEnd/>
            <a:tailEnd/>
          </a:ln>
        </p:spPr>
        <p:txBody>
          <a:bodyPr wrap="none" anchor="ctr"/>
          <a:lstStyle/>
          <a:p>
            <a:endParaRPr lang="en-US"/>
          </a:p>
        </p:txBody>
      </p:sp>
      <p:sp>
        <p:nvSpPr>
          <p:cNvPr id="44056" name="Text Box 23"/>
          <p:cNvSpPr txBox="1">
            <a:spLocks noChangeArrowheads="1"/>
          </p:cNvSpPr>
          <p:nvPr/>
        </p:nvSpPr>
        <p:spPr bwMode="auto">
          <a:xfrm>
            <a:off x="3363913" y="3170238"/>
            <a:ext cx="336550" cy="457200"/>
          </a:xfrm>
          <a:prstGeom prst="rect">
            <a:avLst/>
          </a:prstGeom>
          <a:noFill/>
          <a:ln w="9525">
            <a:noFill/>
            <a:miter lim="800000"/>
            <a:headEnd/>
            <a:tailEnd/>
          </a:ln>
        </p:spPr>
        <p:txBody>
          <a:bodyPr wrap="none">
            <a:spAutoFit/>
          </a:bodyPr>
          <a:lstStyle/>
          <a:p>
            <a:pPr eaLnBrk="0" hangingPunct="0"/>
            <a:r>
              <a:rPr lang="en-US"/>
              <a:t>4</a:t>
            </a:r>
          </a:p>
        </p:txBody>
      </p:sp>
      <p:sp>
        <p:nvSpPr>
          <p:cNvPr id="44057" name="Text Box 24"/>
          <p:cNvSpPr txBox="1">
            <a:spLocks noChangeArrowheads="1"/>
          </p:cNvSpPr>
          <p:nvPr/>
        </p:nvSpPr>
        <p:spPr bwMode="auto">
          <a:xfrm>
            <a:off x="3363913" y="2535238"/>
            <a:ext cx="336550" cy="457200"/>
          </a:xfrm>
          <a:prstGeom prst="rect">
            <a:avLst/>
          </a:prstGeom>
          <a:noFill/>
          <a:ln w="9525">
            <a:noFill/>
            <a:miter lim="800000"/>
            <a:headEnd/>
            <a:tailEnd/>
          </a:ln>
        </p:spPr>
        <p:txBody>
          <a:bodyPr wrap="none">
            <a:spAutoFit/>
          </a:bodyPr>
          <a:lstStyle/>
          <a:p>
            <a:pPr eaLnBrk="0" hangingPunct="0"/>
            <a:r>
              <a:rPr lang="en-US"/>
              <a:t>2</a:t>
            </a:r>
          </a:p>
        </p:txBody>
      </p:sp>
      <p:sp>
        <p:nvSpPr>
          <p:cNvPr id="44058" name="Text Box 25"/>
          <p:cNvSpPr txBox="1">
            <a:spLocks noChangeArrowheads="1"/>
          </p:cNvSpPr>
          <p:nvPr/>
        </p:nvSpPr>
        <p:spPr bwMode="auto">
          <a:xfrm>
            <a:off x="3971925" y="2881313"/>
            <a:ext cx="336550" cy="457200"/>
          </a:xfrm>
          <a:prstGeom prst="rect">
            <a:avLst/>
          </a:prstGeom>
          <a:noFill/>
          <a:ln w="9525">
            <a:noFill/>
            <a:miter lim="800000"/>
            <a:headEnd/>
            <a:tailEnd/>
          </a:ln>
        </p:spPr>
        <p:txBody>
          <a:bodyPr wrap="none">
            <a:spAutoFit/>
          </a:bodyPr>
          <a:lstStyle/>
          <a:p>
            <a:pPr eaLnBrk="0" hangingPunct="0"/>
            <a:r>
              <a:rPr lang="en-US"/>
              <a:t>5</a:t>
            </a:r>
          </a:p>
        </p:txBody>
      </p:sp>
      <p:sp>
        <p:nvSpPr>
          <p:cNvPr id="44059" name="Text Box 26"/>
          <p:cNvSpPr txBox="1">
            <a:spLocks noChangeArrowheads="1"/>
          </p:cNvSpPr>
          <p:nvPr/>
        </p:nvSpPr>
        <p:spPr bwMode="auto">
          <a:xfrm>
            <a:off x="3971925" y="3575050"/>
            <a:ext cx="336550" cy="457200"/>
          </a:xfrm>
          <a:prstGeom prst="rect">
            <a:avLst/>
          </a:prstGeom>
          <a:noFill/>
          <a:ln w="9525">
            <a:noFill/>
            <a:miter lim="800000"/>
            <a:headEnd/>
            <a:tailEnd/>
          </a:ln>
        </p:spPr>
        <p:txBody>
          <a:bodyPr wrap="none">
            <a:spAutoFit/>
          </a:bodyPr>
          <a:lstStyle/>
          <a:p>
            <a:pPr eaLnBrk="0" hangingPunct="0"/>
            <a:r>
              <a:rPr lang="en-US"/>
              <a:t>7</a:t>
            </a:r>
          </a:p>
        </p:txBody>
      </p:sp>
      <p:sp>
        <p:nvSpPr>
          <p:cNvPr id="44060" name="Text Box 27"/>
          <p:cNvSpPr txBox="1">
            <a:spLocks noChangeArrowheads="1"/>
          </p:cNvSpPr>
          <p:nvPr/>
        </p:nvSpPr>
        <p:spPr bwMode="auto">
          <a:xfrm>
            <a:off x="3363913" y="3863975"/>
            <a:ext cx="336550" cy="457200"/>
          </a:xfrm>
          <a:prstGeom prst="rect">
            <a:avLst/>
          </a:prstGeom>
          <a:noFill/>
          <a:ln w="9525">
            <a:noFill/>
            <a:miter lim="800000"/>
            <a:headEnd/>
            <a:tailEnd/>
          </a:ln>
        </p:spPr>
        <p:txBody>
          <a:bodyPr wrap="none">
            <a:spAutoFit/>
          </a:bodyPr>
          <a:lstStyle/>
          <a:p>
            <a:pPr eaLnBrk="0" hangingPunct="0"/>
            <a:r>
              <a:rPr lang="en-US"/>
              <a:t>6</a:t>
            </a:r>
          </a:p>
        </p:txBody>
      </p:sp>
      <p:sp>
        <p:nvSpPr>
          <p:cNvPr id="44061" name="Text Box 28"/>
          <p:cNvSpPr txBox="1">
            <a:spLocks noChangeArrowheads="1"/>
          </p:cNvSpPr>
          <p:nvPr/>
        </p:nvSpPr>
        <p:spPr bwMode="auto">
          <a:xfrm>
            <a:off x="2757488" y="3575050"/>
            <a:ext cx="336550" cy="457200"/>
          </a:xfrm>
          <a:prstGeom prst="rect">
            <a:avLst/>
          </a:prstGeom>
          <a:noFill/>
          <a:ln w="9525">
            <a:noFill/>
            <a:miter lim="800000"/>
            <a:headEnd/>
            <a:tailEnd/>
          </a:ln>
        </p:spPr>
        <p:txBody>
          <a:bodyPr wrap="none">
            <a:spAutoFit/>
          </a:bodyPr>
          <a:lstStyle/>
          <a:p>
            <a:pPr eaLnBrk="0" hangingPunct="0"/>
            <a:r>
              <a:rPr lang="en-US"/>
              <a:t>3</a:t>
            </a:r>
          </a:p>
        </p:txBody>
      </p:sp>
      <p:sp>
        <p:nvSpPr>
          <p:cNvPr id="44062" name="Text Box 29"/>
          <p:cNvSpPr txBox="1">
            <a:spLocks noChangeArrowheads="1"/>
          </p:cNvSpPr>
          <p:nvPr/>
        </p:nvSpPr>
        <p:spPr bwMode="auto">
          <a:xfrm>
            <a:off x="2743200" y="2819400"/>
            <a:ext cx="336550" cy="457200"/>
          </a:xfrm>
          <a:prstGeom prst="rect">
            <a:avLst/>
          </a:prstGeom>
          <a:noFill/>
          <a:ln w="9525">
            <a:noFill/>
            <a:miter lim="800000"/>
            <a:headEnd/>
            <a:tailEnd/>
          </a:ln>
        </p:spPr>
        <p:txBody>
          <a:bodyPr wrap="none">
            <a:spAutoFit/>
          </a:bodyPr>
          <a:lstStyle/>
          <a:p>
            <a:pPr eaLnBrk="0" hangingPunct="0"/>
            <a:r>
              <a:rPr lang="en-US"/>
              <a:t>1</a:t>
            </a:r>
          </a:p>
        </p:txBody>
      </p:sp>
      <p:sp>
        <p:nvSpPr>
          <p:cNvPr id="44063" name="Text Box 30"/>
          <p:cNvSpPr txBox="1">
            <a:spLocks noChangeArrowheads="1"/>
          </p:cNvSpPr>
          <p:nvPr/>
        </p:nvSpPr>
        <p:spPr bwMode="auto">
          <a:xfrm>
            <a:off x="4724400" y="2514600"/>
            <a:ext cx="336550" cy="457200"/>
          </a:xfrm>
          <a:prstGeom prst="rect">
            <a:avLst/>
          </a:prstGeom>
          <a:noFill/>
          <a:ln w="9525">
            <a:noFill/>
            <a:miter lim="800000"/>
            <a:headEnd/>
            <a:tailEnd/>
          </a:ln>
        </p:spPr>
        <p:txBody>
          <a:bodyPr wrap="none">
            <a:spAutoFit/>
          </a:bodyPr>
          <a:lstStyle/>
          <a:p>
            <a:pPr eaLnBrk="0" hangingPunct="0"/>
            <a:r>
              <a:rPr lang="en-US"/>
              <a:t>1</a:t>
            </a:r>
          </a:p>
        </p:txBody>
      </p:sp>
      <p:sp>
        <p:nvSpPr>
          <p:cNvPr id="44064" name="AutoShape 31"/>
          <p:cNvSpPr>
            <a:spLocks noChangeArrowheads="1"/>
          </p:cNvSpPr>
          <p:nvPr/>
        </p:nvSpPr>
        <p:spPr bwMode="auto">
          <a:xfrm>
            <a:off x="3810000" y="4926013"/>
            <a:ext cx="841375" cy="692150"/>
          </a:xfrm>
          <a:prstGeom prst="hexagon">
            <a:avLst>
              <a:gd name="adj" fmla="val 30390"/>
              <a:gd name="vf" fmla="val 115470"/>
            </a:avLst>
          </a:prstGeom>
          <a:solidFill>
            <a:srgbClr val="6699FF"/>
          </a:solidFill>
          <a:ln w="9525">
            <a:solidFill>
              <a:schemeClr val="tx1"/>
            </a:solidFill>
            <a:miter lim="800000"/>
            <a:headEnd/>
            <a:tailEnd/>
          </a:ln>
        </p:spPr>
        <p:txBody>
          <a:bodyPr wrap="none" anchor="ctr"/>
          <a:lstStyle/>
          <a:p>
            <a:endParaRPr lang="en-US"/>
          </a:p>
        </p:txBody>
      </p:sp>
      <p:sp>
        <p:nvSpPr>
          <p:cNvPr id="44065" name="AutoShape 32"/>
          <p:cNvSpPr>
            <a:spLocks noChangeArrowheads="1"/>
          </p:cNvSpPr>
          <p:nvPr/>
        </p:nvSpPr>
        <p:spPr bwMode="auto">
          <a:xfrm>
            <a:off x="4416425" y="4578350"/>
            <a:ext cx="842963" cy="693738"/>
          </a:xfrm>
          <a:prstGeom prst="hexagon">
            <a:avLst>
              <a:gd name="adj" fmla="val 30378"/>
              <a:gd name="vf" fmla="val 115470"/>
            </a:avLst>
          </a:prstGeom>
          <a:solidFill>
            <a:schemeClr val="accent1"/>
          </a:solidFill>
          <a:ln w="9525">
            <a:solidFill>
              <a:schemeClr val="tx1"/>
            </a:solidFill>
            <a:miter lim="800000"/>
            <a:headEnd/>
            <a:tailEnd/>
          </a:ln>
        </p:spPr>
        <p:txBody>
          <a:bodyPr wrap="none" anchor="ctr"/>
          <a:lstStyle/>
          <a:p>
            <a:endParaRPr lang="en-US"/>
          </a:p>
        </p:txBody>
      </p:sp>
      <p:sp>
        <p:nvSpPr>
          <p:cNvPr id="44066" name="AutoShape 33"/>
          <p:cNvSpPr>
            <a:spLocks noChangeArrowheads="1"/>
          </p:cNvSpPr>
          <p:nvPr/>
        </p:nvSpPr>
        <p:spPr bwMode="auto">
          <a:xfrm>
            <a:off x="4416425" y="5272088"/>
            <a:ext cx="842963" cy="692150"/>
          </a:xfrm>
          <a:prstGeom prst="hexagon">
            <a:avLst>
              <a:gd name="adj" fmla="val 30447"/>
              <a:gd name="vf" fmla="val 115470"/>
            </a:avLst>
          </a:prstGeom>
          <a:solidFill>
            <a:srgbClr val="71EE44"/>
          </a:solidFill>
          <a:ln w="9525">
            <a:solidFill>
              <a:schemeClr val="tx1"/>
            </a:solidFill>
            <a:miter lim="800000"/>
            <a:headEnd/>
            <a:tailEnd/>
          </a:ln>
        </p:spPr>
        <p:txBody>
          <a:bodyPr wrap="none" anchor="ctr"/>
          <a:lstStyle/>
          <a:p>
            <a:endParaRPr lang="en-US"/>
          </a:p>
        </p:txBody>
      </p:sp>
      <p:sp>
        <p:nvSpPr>
          <p:cNvPr id="44067" name="AutoShape 34"/>
          <p:cNvSpPr>
            <a:spLocks noChangeArrowheads="1"/>
          </p:cNvSpPr>
          <p:nvPr/>
        </p:nvSpPr>
        <p:spPr bwMode="auto">
          <a:xfrm>
            <a:off x="5024438" y="4926013"/>
            <a:ext cx="841375" cy="692150"/>
          </a:xfrm>
          <a:prstGeom prst="hexagon">
            <a:avLst>
              <a:gd name="adj" fmla="val 30390"/>
              <a:gd name="vf" fmla="val 115470"/>
            </a:avLst>
          </a:prstGeom>
          <a:solidFill>
            <a:srgbClr val="9A9899"/>
          </a:solidFill>
          <a:ln w="9525">
            <a:solidFill>
              <a:schemeClr val="tx1"/>
            </a:solidFill>
            <a:miter lim="800000"/>
            <a:headEnd/>
            <a:tailEnd/>
          </a:ln>
        </p:spPr>
        <p:txBody>
          <a:bodyPr wrap="none" anchor="ctr"/>
          <a:lstStyle/>
          <a:p>
            <a:endParaRPr lang="en-US"/>
          </a:p>
        </p:txBody>
      </p:sp>
      <p:sp>
        <p:nvSpPr>
          <p:cNvPr id="44068" name="AutoShape 35"/>
          <p:cNvSpPr>
            <a:spLocks noChangeArrowheads="1"/>
          </p:cNvSpPr>
          <p:nvPr/>
        </p:nvSpPr>
        <p:spPr bwMode="auto">
          <a:xfrm>
            <a:off x="5024438" y="4232275"/>
            <a:ext cx="841375" cy="693738"/>
          </a:xfrm>
          <a:prstGeom prst="hexagon">
            <a:avLst>
              <a:gd name="adj" fmla="val 28956"/>
              <a:gd name="vf" fmla="val 115470"/>
            </a:avLst>
          </a:prstGeom>
          <a:solidFill>
            <a:srgbClr val="3DF5F1"/>
          </a:solidFill>
          <a:ln w="9525">
            <a:solidFill>
              <a:schemeClr val="tx1"/>
            </a:solidFill>
            <a:miter lim="800000"/>
            <a:headEnd/>
            <a:tailEnd/>
          </a:ln>
        </p:spPr>
        <p:txBody>
          <a:bodyPr wrap="none" anchor="ctr"/>
          <a:lstStyle/>
          <a:p>
            <a:endParaRPr lang="en-US"/>
          </a:p>
        </p:txBody>
      </p:sp>
      <p:sp>
        <p:nvSpPr>
          <p:cNvPr id="44069" name="AutoShape 36"/>
          <p:cNvSpPr>
            <a:spLocks noChangeArrowheads="1"/>
          </p:cNvSpPr>
          <p:nvPr/>
        </p:nvSpPr>
        <p:spPr bwMode="auto">
          <a:xfrm>
            <a:off x="4416425" y="3886200"/>
            <a:ext cx="788988" cy="692150"/>
          </a:xfrm>
          <a:prstGeom prst="hexagon">
            <a:avLst>
              <a:gd name="adj" fmla="val 26851"/>
              <a:gd name="vf" fmla="val 115470"/>
            </a:avLst>
          </a:prstGeom>
          <a:solidFill>
            <a:srgbClr val="FF99FF"/>
          </a:solidFill>
          <a:ln w="9525">
            <a:solidFill>
              <a:schemeClr val="tx1"/>
            </a:solidFill>
            <a:miter lim="800000"/>
            <a:headEnd/>
            <a:tailEnd/>
          </a:ln>
        </p:spPr>
        <p:txBody>
          <a:bodyPr wrap="none" anchor="ctr"/>
          <a:lstStyle/>
          <a:p>
            <a:endParaRPr lang="en-US"/>
          </a:p>
        </p:txBody>
      </p:sp>
      <p:sp>
        <p:nvSpPr>
          <p:cNvPr id="44070" name="AutoShape 37"/>
          <p:cNvSpPr>
            <a:spLocks noChangeArrowheads="1"/>
          </p:cNvSpPr>
          <p:nvPr/>
        </p:nvSpPr>
        <p:spPr bwMode="auto">
          <a:xfrm>
            <a:off x="3810000" y="4232275"/>
            <a:ext cx="841375" cy="693738"/>
          </a:xfrm>
          <a:prstGeom prst="hexagon">
            <a:avLst>
              <a:gd name="adj" fmla="val 30320"/>
              <a:gd name="vf" fmla="val 115470"/>
            </a:avLst>
          </a:prstGeom>
          <a:solidFill>
            <a:srgbClr val="FFFF00"/>
          </a:solidFill>
          <a:ln w="9525">
            <a:solidFill>
              <a:schemeClr val="tx1"/>
            </a:solidFill>
            <a:miter lim="800000"/>
            <a:headEnd/>
            <a:tailEnd/>
          </a:ln>
        </p:spPr>
        <p:txBody>
          <a:bodyPr wrap="none" anchor="ctr"/>
          <a:lstStyle/>
          <a:p>
            <a:endParaRPr lang="en-US"/>
          </a:p>
        </p:txBody>
      </p:sp>
      <p:sp>
        <p:nvSpPr>
          <p:cNvPr id="44071" name="Text Box 38"/>
          <p:cNvSpPr txBox="1">
            <a:spLocks noChangeArrowheads="1"/>
          </p:cNvSpPr>
          <p:nvPr/>
        </p:nvSpPr>
        <p:spPr bwMode="auto">
          <a:xfrm>
            <a:off x="4648200" y="4038600"/>
            <a:ext cx="336550" cy="457200"/>
          </a:xfrm>
          <a:prstGeom prst="rect">
            <a:avLst/>
          </a:prstGeom>
          <a:noFill/>
          <a:ln w="9525">
            <a:noFill/>
            <a:miter lim="800000"/>
            <a:headEnd/>
            <a:tailEnd/>
          </a:ln>
        </p:spPr>
        <p:txBody>
          <a:bodyPr wrap="none">
            <a:spAutoFit/>
          </a:bodyPr>
          <a:lstStyle/>
          <a:p>
            <a:pPr eaLnBrk="0" hangingPunct="0"/>
            <a:r>
              <a:rPr lang="en-US"/>
              <a:t>2</a:t>
            </a:r>
          </a:p>
        </p:txBody>
      </p:sp>
      <p:sp>
        <p:nvSpPr>
          <p:cNvPr id="44072" name="Text Box 39"/>
          <p:cNvSpPr txBox="1">
            <a:spLocks noChangeArrowheads="1"/>
          </p:cNvSpPr>
          <p:nvPr/>
        </p:nvSpPr>
        <p:spPr bwMode="auto">
          <a:xfrm>
            <a:off x="4659313" y="4751388"/>
            <a:ext cx="336550" cy="457200"/>
          </a:xfrm>
          <a:prstGeom prst="rect">
            <a:avLst/>
          </a:prstGeom>
          <a:noFill/>
          <a:ln w="9525">
            <a:noFill/>
            <a:miter lim="800000"/>
            <a:headEnd/>
            <a:tailEnd/>
          </a:ln>
        </p:spPr>
        <p:txBody>
          <a:bodyPr wrap="none">
            <a:spAutoFit/>
          </a:bodyPr>
          <a:lstStyle/>
          <a:p>
            <a:pPr eaLnBrk="0" hangingPunct="0"/>
            <a:r>
              <a:rPr lang="en-US"/>
              <a:t>4</a:t>
            </a:r>
          </a:p>
        </p:txBody>
      </p:sp>
      <p:sp>
        <p:nvSpPr>
          <p:cNvPr id="44073" name="Text Box 40"/>
          <p:cNvSpPr txBox="1">
            <a:spLocks noChangeArrowheads="1"/>
          </p:cNvSpPr>
          <p:nvPr/>
        </p:nvSpPr>
        <p:spPr bwMode="auto">
          <a:xfrm>
            <a:off x="5265738" y="4348163"/>
            <a:ext cx="336550" cy="457200"/>
          </a:xfrm>
          <a:prstGeom prst="rect">
            <a:avLst/>
          </a:prstGeom>
          <a:noFill/>
          <a:ln w="9525">
            <a:noFill/>
            <a:miter lim="800000"/>
            <a:headEnd/>
            <a:tailEnd/>
          </a:ln>
        </p:spPr>
        <p:txBody>
          <a:bodyPr wrap="none">
            <a:spAutoFit/>
          </a:bodyPr>
          <a:lstStyle/>
          <a:p>
            <a:pPr eaLnBrk="0" hangingPunct="0"/>
            <a:r>
              <a:rPr lang="en-US"/>
              <a:t>5</a:t>
            </a:r>
          </a:p>
        </p:txBody>
      </p:sp>
      <p:sp>
        <p:nvSpPr>
          <p:cNvPr id="44074" name="Text Box 41"/>
          <p:cNvSpPr txBox="1">
            <a:spLocks noChangeArrowheads="1"/>
          </p:cNvSpPr>
          <p:nvPr/>
        </p:nvSpPr>
        <p:spPr bwMode="auto">
          <a:xfrm>
            <a:off x="5265738" y="5099050"/>
            <a:ext cx="336550" cy="457200"/>
          </a:xfrm>
          <a:prstGeom prst="rect">
            <a:avLst/>
          </a:prstGeom>
          <a:noFill/>
          <a:ln w="9525">
            <a:noFill/>
            <a:miter lim="800000"/>
            <a:headEnd/>
            <a:tailEnd/>
          </a:ln>
        </p:spPr>
        <p:txBody>
          <a:bodyPr wrap="none">
            <a:spAutoFit/>
          </a:bodyPr>
          <a:lstStyle/>
          <a:p>
            <a:pPr eaLnBrk="0" hangingPunct="0"/>
            <a:r>
              <a:rPr lang="en-US"/>
              <a:t>7</a:t>
            </a:r>
          </a:p>
        </p:txBody>
      </p:sp>
      <p:sp>
        <p:nvSpPr>
          <p:cNvPr id="44075" name="Text Box 42"/>
          <p:cNvSpPr txBox="1">
            <a:spLocks noChangeArrowheads="1"/>
          </p:cNvSpPr>
          <p:nvPr/>
        </p:nvSpPr>
        <p:spPr bwMode="auto">
          <a:xfrm>
            <a:off x="4719638" y="5445125"/>
            <a:ext cx="336550" cy="457200"/>
          </a:xfrm>
          <a:prstGeom prst="rect">
            <a:avLst/>
          </a:prstGeom>
          <a:noFill/>
          <a:ln w="9525">
            <a:noFill/>
            <a:miter lim="800000"/>
            <a:headEnd/>
            <a:tailEnd/>
          </a:ln>
        </p:spPr>
        <p:txBody>
          <a:bodyPr wrap="none">
            <a:spAutoFit/>
          </a:bodyPr>
          <a:lstStyle/>
          <a:p>
            <a:pPr eaLnBrk="0" hangingPunct="0"/>
            <a:r>
              <a:rPr lang="en-US"/>
              <a:t>6</a:t>
            </a:r>
          </a:p>
        </p:txBody>
      </p:sp>
      <p:sp>
        <p:nvSpPr>
          <p:cNvPr id="44076" name="Text Box 43"/>
          <p:cNvSpPr txBox="1">
            <a:spLocks noChangeArrowheads="1"/>
          </p:cNvSpPr>
          <p:nvPr/>
        </p:nvSpPr>
        <p:spPr bwMode="auto">
          <a:xfrm>
            <a:off x="4052888" y="5099050"/>
            <a:ext cx="336550" cy="457200"/>
          </a:xfrm>
          <a:prstGeom prst="rect">
            <a:avLst/>
          </a:prstGeom>
          <a:noFill/>
          <a:ln w="9525">
            <a:noFill/>
            <a:miter lim="800000"/>
            <a:headEnd/>
            <a:tailEnd/>
          </a:ln>
        </p:spPr>
        <p:txBody>
          <a:bodyPr wrap="none">
            <a:spAutoFit/>
          </a:bodyPr>
          <a:lstStyle/>
          <a:p>
            <a:pPr eaLnBrk="0" hangingPunct="0"/>
            <a:r>
              <a:rPr lang="en-US"/>
              <a:t>3</a:t>
            </a:r>
          </a:p>
        </p:txBody>
      </p:sp>
      <p:sp>
        <p:nvSpPr>
          <p:cNvPr id="44077" name="Text Box 44"/>
          <p:cNvSpPr txBox="1">
            <a:spLocks noChangeArrowheads="1"/>
          </p:cNvSpPr>
          <p:nvPr/>
        </p:nvSpPr>
        <p:spPr bwMode="auto">
          <a:xfrm>
            <a:off x="4038600" y="4343400"/>
            <a:ext cx="336550" cy="457200"/>
          </a:xfrm>
          <a:prstGeom prst="rect">
            <a:avLst/>
          </a:prstGeom>
          <a:noFill/>
          <a:ln w="9525">
            <a:noFill/>
            <a:miter lim="800000"/>
            <a:headEnd/>
            <a:tailEnd/>
          </a:ln>
        </p:spPr>
        <p:txBody>
          <a:bodyPr wrap="none">
            <a:spAutoFit/>
          </a:bodyPr>
          <a:lstStyle/>
          <a:p>
            <a:pPr eaLnBrk="0" hangingPunct="0"/>
            <a:r>
              <a:rPr lang="en-US"/>
              <a:t>1</a:t>
            </a:r>
          </a:p>
        </p:txBody>
      </p:sp>
      <p:sp>
        <p:nvSpPr>
          <p:cNvPr id="44078" name="Text Box 45"/>
          <p:cNvSpPr txBox="1">
            <a:spLocks noChangeArrowheads="1"/>
          </p:cNvSpPr>
          <p:nvPr/>
        </p:nvSpPr>
        <p:spPr bwMode="auto">
          <a:xfrm>
            <a:off x="6248400" y="4495800"/>
            <a:ext cx="881063" cy="457200"/>
          </a:xfrm>
          <a:prstGeom prst="rect">
            <a:avLst/>
          </a:prstGeom>
          <a:noFill/>
          <a:ln w="9525">
            <a:noFill/>
            <a:miter lim="800000"/>
            <a:headEnd/>
            <a:tailEnd/>
          </a:ln>
        </p:spPr>
        <p:txBody>
          <a:bodyPr wrap="none">
            <a:spAutoFit/>
          </a:bodyPr>
          <a:lstStyle/>
          <a:p>
            <a:pPr eaLnBrk="0" hangingPunct="0"/>
            <a:r>
              <a:rPr lang="en-US"/>
              <a:t>N = 7</a:t>
            </a:r>
          </a:p>
        </p:txBody>
      </p:sp>
      <p:sp>
        <p:nvSpPr>
          <p:cNvPr id="44079" name="Text Box 46"/>
          <p:cNvSpPr txBox="1">
            <a:spLocks noChangeArrowheads="1"/>
          </p:cNvSpPr>
          <p:nvPr/>
        </p:nvSpPr>
        <p:spPr bwMode="auto">
          <a:xfrm>
            <a:off x="762000" y="2743200"/>
            <a:ext cx="1447800" cy="457200"/>
          </a:xfrm>
          <a:prstGeom prst="rect">
            <a:avLst/>
          </a:prstGeom>
          <a:noFill/>
          <a:ln w="9525">
            <a:noFill/>
            <a:miter lim="800000"/>
            <a:headEnd/>
            <a:tailEnd/>
          </a:ln>
        </p:spPr>
        <p:txBody>
          <a:bodyPr>
            <a:spAutoFit/>
          </a:bodyPr>
          <a:lstStyle/>
          <a:p>
            <a:pPr>
              <a:spcBef>
                <a:spcPct val="50000"/>
              </a:spcBef>
            </a:pPr>
            <a:r>
              <a:rPr lang="en-US"/>
              <a:t>Cluster-1</a:t>
            </a:r>
          </a:p>
        </p:txBody>
      </p:sp>
      <p:sp>
        <p:nvSpPr>
          <p:cNvPr id="44080" name="Line 47"/>
          <p:cNvSpPr>
            <a:spLocks noChangeShapeType="1"/>
          </p:cNvSpPr>
          <p:nvPr/>
        </p:nvSpPr>
        <p:spPr bwMode="auto">
          <a:xfrm>
            <a:off x="1371600" y="3124200"/>
            <a:ext cx="1295400" cy="304800"/>
          </a:xfrm>
          <a:prstGeom prst="line">
            <a:avLst/>
          </a:prstGeom>
          <a:noFill/>
          <a:ln w="9525">
            <a:solidFill>
              <a:schemeClr val="tx1"/>
            </a:solidFill>
            <a:round/>
            <a:headEnd/>
            <a:tailEnd type="triangle" w="med" len="med"/>
          </a:ln>
        </p:spPr>
        <p:txBody>
          <a:bodyPr/>
          <a:lstStyle/>
          <a:p>
            <a:endParaRPr lang="en-US"/>
          </a:p>
        </p:txBody>
      </p:sp>
      <p:sp>
        <p:nvSpPr>
          <p:cNvPr id="44081" name="Text Box 48"/>
          <p:cNvSpPr txBox="1">
            <a:spLocks noChangeArrowheads="1"/>
          </p:cNvSpPr>
          <p:nvPr/>
        </p:nvSpPr>
        <p:spPr bwMode="auto">
          <a:xfrm>
            <a:off x="6705600" y="1676400"/>
            <a:ext cx="1447800" cy="457200"/>
          </a:xfrm>
          <a:prstGeom prst="rect">
            <a:avLst/>
          </a:prstGeom>
          <a:noFill/>
          <a:ln w="9525">
            <a:noFill/>
            <a:miter lim="800000"/>
            <a:headEnd/>
            <a:tailEnd/>
          </a:ln>
        </p:spPr>
        <p:txBody>
          <a:bodyPr>
            <a:spAutoFit/>
          </a:bodyPr>
          <a:lstStyle/>
          <a:p>
            <a:pPr>
              <a:spcBef>
                <a:spcPct val="50000"/>
              </a:spcBef>
            </a:pPr>
            <a:r>
              <a:rPr lang="en-US"/>
              <a:t>Cluster-2</a:t>
            </a:r>
          </a:p>
        </p:txBody>
      </p:sp>
      <p:sp>
        <p:nvSpPr>
          <p:cNvPr id="44082" name="Line 49"/>
          <p:cNvSpPr>
            <a:spLocks noChangeShapeType="1"/>
          </p:cNvSpPr>
          <p:nvPr/>
        </p:nvSpPr>
        <p:spPr bwMode="auto">
          <a:xfrm flipH="1">
            <a:off x="6477000" y="2133600"/>
            <a:ext cx="838200" cy="533400"/>
          </a:xfrm>
          <a:prstGeom prst="line">
            <a:avLst/>
          </a:prstGeom>
          <a:noFill/>
          <a:ln w="9525">
            <a:solidFill>
              <a:schemeClr val="tx1"/>
            </a:solidFill>
            <a:round/>
            <a:headEnd/>
            <a:tailEnd type="triangle" w="med" len="med"/>
          </a:ln>
        </p:spPr>
        <p:txBody>
          <a:bodyPr/>
          <a:lstStyle/>
          <a:p>
            <a:endParaRPr lang="en-US"/>
          </a:p>
        </p:txBody>
      </p:sp>
      <p:sp>
        <p:nvSpPr>
          <p:cNvPr id="44083" name="Text Box 50"/>
          <p:cNvSpPr txBox="1">
            <a:spLocks noChangeArrowheads="1"/>
          </p:cNvSpPr>
          <p:nvPr/>
        </p:nvSpPr>
        <p:spPr bwMode="auto">
          <a:xfrm>
            <a:off x="1752600" y="5791200"/>
            <a:ext cx="1447800" cy="457200"/>
          </a:xfrm>
          <a:prstGeom prst="rect">
            <a:avLst/>
          </a:prstGeom>
          <a:noFill/>
          <a:ln w="9525">
            <a:noFill/>
            <a:miter lim="800000"/>
            <a:headEnd/>
            <a:tailEnd/>
          </a:ln>
        </p:spPr>
        <p:txBody>
          <a:bodyPr>
            <a:spAutoFit/>
          </a:bodyPr>
          <a:lstStyle/>
          <a:p>
            <a:pPr>
              <a:spcBef>
                <a:spcPct val="50000"/>
              </a:spcBef>
            </a:pPr>
            <a:r>
              <a:rPr lang="en-US"/>
              <a:t>Cluster-3</a:t>
            </a:r>
          </a:p>
        </p:txBody>
      </p:sp>
      <p:sp>
        <p:nvSpPr>
          <p:cNvPr id="44084" name="Line 51"/>
          <p:cNvSpPr>
            <a:spLocks noChangeShapeType="1"/>
          </p:cNvSpPr>
          <p:nvPr/>
        </p:nvSpPr>
        <p:spPr bwMode="auto">
          <a:xfrm flipV="1">
            <a:off x="2667000" y="5257800"/>
            <a:ext cx="914400" cy="45720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ransition spd="med">
    <p:split dir="in"/>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p:cNvSpPr>
            <a:spLocks noGrp="1"/>
          </p:cNvSpPr>
          <p:nvPr>
            <p:ph type="sldNum" sz="quarter" idx="12"/>
          </p:nvPr>
        </p:nvSpPr>
        <p:spPr>
          <a:noFill/>
        </p:spPr>
        <p:txBody>
          <a:bodyPr/>
          <a:lstStyle/>
          <a:p>
            <a:fld id="{33EE89D7-AFF4-4F12-A4C3-D5E0A860BD38}" type="slidenum">
              <a:rPr lang="en-US" smtClean="0"/>
              <a:pPr/>
              <a:t>29</a:t>
            </a:fld>
            <a:endParaRPr lang="en-US"/>
          </a:p>
        </p:txBody>
      </p:sp>
      <p:sp>
        <p:nvSpPr>
          <p:cNvPr id="45059" name="Rectangle 2"/>
          <p:cNvSpPr>
            <a:spLocks noGrp="1" noChangeArrowheads="1"/>
          </p:cNvSpPr>
          <p:nvPr>
            <p:ph type="title"/>
          </p:nvPr>
        </p:nvSpPr>
        <p:spPr/>
        <p:txBody>
          <a:bodyPr/>
          <a:lstStyle/>
          <a:p>
            <a:pPr eaLnBrk="1" hangingPunct="1"/>
            <a:r>
              <a:rPr lang="en-US"/>
              <a:t>Cell Pattern </a:t>
            </a:r>
            <a:r>
              <a:rPr lang="en-US" i="1"/>
              <a:t>N</a:t>
            </a:r>
            <a:r>
              <a:rPr lang="en-US"/>
              <a:t> = 4 </a:t>
            </a:r>
          </a:p>
        </p:txBody>
      </p:sp>
      <p:sp>
        <p:nvSpPr>
          <p:cNvPr id="45060" name="AutoShape 3"/>
          <p:cNvSpPr>
            <a:spLocks noChangeArrowheads="1"/>
          </p:cNvSpPr>
          <p:nvPr/>
        </p:nvSpPr>
        <p:spPr bwMode="auto">
          <a:xfrm>
            <a:off x="3395663" y="2835275"/>
            <a:ext cx="841375" cy="692150"/>
          </a:xfrm>
          <a:prstGeom prst="hexagon">
            <a:avLst>
              <a:gd name="adj" fmla="val 30390"/>
              <a:gd name="vf" fmla="val 115470"/>
            </a:avLst>
          </a:prstGeom>
          <a:solidFill>
            <a:schemeClr val="accent1"/>
          </a:solidFill>
          <a:ln w="9525">
            <a:solidFill>
              <a:schemeClr val="tx1"/>
            </a:solidFill>
            <a:miter lim="800000"/>
            <a:headEnd/>
            <a:tailEnd/>
          </a:ln>
        </p:spPr>
        <p:txBody>
          <a:bodyPr wrap="none" anchor="ctr"/>
          <a:lstStyle/>
          <a:p>
            <a:endParaRPr lang="en-US"/>
          </a:p>
        </p:txBody>
      </p:sp>
      <p:sp>
        <p:nvSpPr>
          <p:cNvPr id="45061" name="AutoShape 4"/>
          <p:cNvSpPr>
            <a:spLocks noChangeArrowheads="1"/>
          </p:cNvSpPr>
          <p:nvPr/>
        </p:nvSpPr>
        <p:spPr bwMode="auto">
          <a:xfrm>
            <a:off x="4002088" y="2487613"/>
            <a:ext cx="842962" cy="693737"/>
          </a:xfrm>
          <a:prstGeom prst="hexagon">
            <a:avLst>
              <a:gd name="adj" fmla="val 30378"/>
              <a:gd name="vf" fmla="val 115470"/>
            </a:avLst>
          </a:prstGeom>
          <a:solidFill>
            <a:srgbClr val="00FFFF"/>
          </a:solidFill>
          <a:ln w="9525">
            <a:solidFill>
              <a:schemeClr val="tx1"/>
            </a:solidFill>
            <a:miter lim="800000"/>
            <a:headEnd/>
            <a:tailEnd/>
          </a:ln>
        </p:spPr>
        <p:txBody>
          <a:bodyPr wrap="none" anchor="ctr"/>
          <a:lstStyle/>
          <a:p>
            <a:endParaRPr lang="en-US"/>
          </a:p>
        </p:txBody>
      </p:sp>
      <p:sp>
        <p:nvSpPr>
          <p:cNvPr id="45062" name="AutoShape 5"/>
          <p:cNvSpPr>
            <a:spLocks noChangeArrowheads="1"/>
          </p:cNvSpPr>
          <p:nvPr/>
        </p:nvSpPr>
        <p:spPr bwMode="auto">
          <a:xfrm>
            <a:off x="4002088" y="3181350"/>
            <a:ext cx="842962" cy="692150"/>
          </a:xfrm>
          <a:prstGeom prst="hexagon">
            <a:avLst>
              <a:gd name="adj" fmla="val 30447"/>
              <a:gd name="vf" fmla="val 115470"/>
            </a:avLst>
          </a:prstGeom>
          <a:solidFill>
            <a:srgbClr val="FF5050"/>
          </a:solidFill>
          <a:ln w="9525">
            <a:solidFill>
              <a:schemeClr val="tx1"/>
            </a:solidFill>
            <a:miter lim="800000"/>
            <a:headEnd/>
            <a:tailEnd/>
          </a:ln>
        </p:spPr>
        <p:txBody>
          <a:bodyPr wrap="none" anchor="ctr"/>
          <a:lstStyle/>
          <a:p>
            <a:pPr algn="ctr" eaLnBrk="0" hangingPunct="0"/>
            <a:endParaRPr lang="en-US"/>
          </a:p>
        </p:txBody>
      </p:sp>
      <p:sp>
        <p:nvSpPr>
          <p:cNvPr id="45063" name="AutoShape 6"/>
          <p:cNvSpPr>
            <a:spLocks noChangeArrowheads="1"/>
          </p:cNvSpPr>
          <p:nvPr/>
        </p:nvSpPr>
        <p:spPr bwMode="auto">
          <a:xfrm>
            <a:off x="4610100" y="2835275"/>
            <a:ext cx="841375" cy="692150"/>
          </a:xfrm>
          <a:prstGeom prst="hexagon">
            <a:avLst>
              <a:gd name="adj" fmla="val 30390"/>
              <a:gd name="vf" fmla="val 115470"/>
            </a:avLst>
          </a:prstGeom>
          <a:solidFill>
            <a:srgbClr val="B2B2B2"/>
          </a:solidFill>
          <a:ln w="9525">
            <a:solidFill>
              <a:schemeClr val="tx1"/>
            </a:solidFill>
            <a:miter lim="800000"/>
            <a:headEnd/>
            <a:tailEnd/>
          </a:ln>
        </p:spPr>
        <p:txBody>
          <a:bodyPr wrap="none" anchor="ctr"/>
          <a:lstStyle/>
          <a:p>
            <a:endParaRPr lang="en-US"/>
          </a:p>
        </p:txBody>
      </p:sp>
      <p:sp>
        <p:nvSpPr>
          <p:cNvPr id="45064" name="Text Box 7"/>
          <p:cNvSpPr txBox="1">
            <a:spLocks noChangeArrowheads="1"/>
          </p:cNvSpPr>
          <p:nvPr/>
        </p:nvSpPr>
        <p:spPr bwMode="auto">
          <a:xfrm>
            <a:off x="4232275" y="2557463"/>
            <a:ext cx="336550" cy="457200"/>
          </a:xfrm>
          <a:prstGeom prst="rect">
            <a:avLst/>
          </a:prstGeom>
          <a:noFill/>
          <a:ln w="9525">
            <a:noFill/>
            <a:miter lim="800000"/>
            <a:headEnd/>
            <a:tailEnd/>
          </a:ln>
        </p:spPr>
        <p:txBody>
          <a:bodyPr wrap="none">
            <a:spAutoFit/>
          </a:bodyPr>
          <a:lstStyle/>
          <a:p>
            <a:pPr eaLnBrk="0" hangingPunct="0"/>
            <a:r>
              <a:rPr lang="en-US"/>
              <a:t>2</a:t>
            </a:r>
          </a:p>
        </p:txBody>
      </p:sp>
      <p:sp>
        <p:nvSpPr>
          <p:cNvPr id="45065" name="Text Box 8"/>
          <p:cNvSpPr txBox="1">
            <a:spLocks noChangeArrowheads="1"/>
          </p:cNvSpPr>
          <p:nvPr/>
        </p:nvSpPr>
        <p:spPr bwMode="auto">
          <a:xfrm>
            <a:off x="4843463" y="2938463"/>
            <a:ext cx="336550" cy="457200"/>
          </a:xfrm>
          <a:prstGeom prst="rect">
            <a:avLst/>
          </a:prstGeom>
          <a:noFill/>
          <a:ln w="9525">
            <a:noFill/>
            <a:miter lim="800000"/>
            <a:headEnd/>
            <a:tailEnd/>
          </a:ln>
        </p:spPr>
        <p:txBody>
          <a:bodyPr wrap="none">
            <a:spAutoFit/>
          </a:bodyPr>
          <a:lstStyle/>
          <a:p>
            <a:pPr eaLnBrk="0" hangingPunct="0"/>
            <a:r>
              <a:rPr lang="en-US"/>
              <a:t>3</a:t>
            </a:r>
          </a:p>
        </p:txBody>
      </p:sp>
      <p:sp>
        <p:nvSpPr>
          <p:cNvPr id="45066" name="Text Box 9"/>
          <p:cNvSpPr txBox="1">
            <a:spLocks noChangeArrowheads="1"/>
          </p:cNvSpPr>
          <p:nvPr/>
        </p:nvSpPr>
        <p:spPr bwMode="auto">
          <a:xfrm>
            <a:off x="4233863" y="3271838"/>
            <a:ext cx="336550" cy="457200"/>
          </a:xfrm>
          <a:prstGeom prst="rect">
            <a:avLst/>
          </a:prstGeom>
          <a:noFill/>
          <a:ln w="9525">
            <a:noFill/>
            <a:miter lim="800000"/>
            <a:headEnd/>
            <a:tailEnd/>
          </a:ln>
        </p:spPr>
        <p:txBody>
          <a:bodyPr wrap="none">
            <a:spAutoFit/>
          </a:bodyPr>
          <a:lstStyle/>
          <a:p>
            <a:pPr eaLnBrk="0" hangingPunct="0"/>
            <a:r>
              <a:rPr lang="en-US"/>
              <a:t>4</a:t>
            </a:r>
          </a:p>
        </p:txBody>
      </p:sp>
      <p:sp>
        <p:nvSpPr>
          <p:cNvPr id="45067" name="Text Box 10"/>
          <p:cNvSpPr txBox="1">
            <a:spLocks noChangeArrowheads="1"/>
          </p:cNvSpPr>
          <p:nvPr/>
        </p:nvSpPr>
        <p:spPr bwMode="auto">
          <a:xfrm>
            <a:off x="3624263" y="2938463"/>
            <a:ext cx="366712" cy="457200"/>
          </a:xfrm>
          <a:prstGeom prst="rect">
            <a:avLst/>
          </a:prstGeom>
          <a:noFill/>
          <a:ln w="9525">
            <a:noFill/>
            <a:miter lim="800000"/>
            <a:headEnd/>
            <a:tailEnd/>
          </a:ln>
        </p:spPr>
        <p:txBody>
          <a:bodyPr>
            <a:spAutoFit/>
          </a:bodyPr>
          <a:lstStyle/>
          <a:p>
            <a:pPr eaLnBrk="0" hangingPunct="0"/>
            <a:r>
              <a:rPr lang="en-US"/>
              <a:t>1</a:t>
            </a:r>
          </a:p>
        </p:txBody>
      </p:sp>
      <p:sp>
        <p:nvSpPr>
          <p:cNvPr id="45068" name="AutoShape 11"/>
          <p:cNvSpPr>
            <a:spLocks noChangeArrowheads="1"/>
          </p:cNvSpPr>
          <p:nvPr/>
        </p:nvSpPr>
        <p:spPr bwMode="auto">
          <a:xfrm>
            <a:off x="3998913" y="4044950"/>
            <a:ext cx="842962" cy="693738"/>
          </a:xfrm>
          <a:prstGeom prst="hexagon">
            <a:avLst>
              <a:gd name="adj" fmla="val 30378"/>
              <a:gd name="vf" fmla="val 115470"/>
            </a:avLst>
          </a:prstGeom>
          <a:solidFill>
            <a:srgbClr val="00FFFF"/>
          </a:solidFill>
          <a:ln w="9525">
            <a:solidFill>
              <a:schemeClr val="tx1"/>
            </a:solidFill>
            <a:miter lim="800000"/>
            <a:headEnd/>
            <a:tailEnd/>
          </a:ln>
        </p:spPr>
        <p:txBody>
          <a:bodyPr wrap="none" anchor="ctr"/>
          <a:lstStyle/>
          <a:p>
            <a:pPr algn="ctr" eaLnBrk="0" hangingPunct="0"/>
            <a:r>
              <a:rPr lang="en-US"/>
              <a:t>2</a:t>
            </a:r>
          </a:p>
        </p:txBody>
      </p:sp>
      <p:sp>
        <p:nvSpPr>
          <p:cNvPr id="45069" name="AutoShape 12"/>
          <p:cNvSpPr>
            <a:spLocks noChangeArrowheads="1"/>
          </p:cNvSpPr>
          <p:nvPr/>
        </p:nvSpPr>
        <p:spPr bwMode="auto">
          <a:xfrm>
            <a:off x="4691063" y="3595688"/>
            <a:ext cx="841375" cy="692150"/>
          </a:xfrm>
          <a:prstGeom prst="hexagon">
            <a:avLst>
              <a:gd name="adj" fmla="val 30390"/>
              <a:gd name="vf" fmla="val 115470"/>
            </a:avLst>
          </a:prstGeom>
          <a:solidFill>
            <a:schemeClr val="accent1"/>
          </a:solidFill>
          <a:ln w="9525">
            <a:solidFill>
              <a:schemeClr val="tx1"/>
            </a:solidFill>
            <a:miter lim="800000"/>
            <a:headEnd/>
            <a:tailEnd/>
          </a:ln>
        </p:spPr>
        <p:txBody>
          <a:bodyPr wrap="none" anchor="ctr"/>
          <a:lstStyle/>
          <a:p>
            <a:pPr algn="ctr" eaLnBrk="0" hangingPunct="0"/>
            <a:r>
              <a:rPr lang="en-US"/>
              <a:t>1</a:t>
            </a:r>
          </a:p>
        </p:txBody>
      </p:sp>
      <p:sp>
        <p:nvSpPr>
          <p:cNvPr id="45070" name="AutoShape 13"/>
          <p:cNvSpPr>
            <a:spLocks noChangeArrowheads="1"/>
          </p:cNvSpPr>
          <p:nvPr/>
        </p:nvSpPr>
        <p:spPr bwMode="auto">
          <a:xfrm>
            <a:off x="3338513" y="3613150"/>
            <a:ext cx="841375" cy="692150"/>
          </a:xfrm>
          <a:prstGeom prst="hexagon">
            <a:avLst>
              <a:gd name="adj" fmla="val 30390"/>
              <a:gd name="vf" fmla="val 115470"/>
            </a:avLst>
          </a:prstGeom>
          <a:solidFill>
            <a:srgbClr val="B2B2B2"/>
          </a:solidFill>
          <a:ln w="9525">
            <a:solidFill>
              <a:schemeClr val="tx1"/>
            </a:solidFill>
            <a:miter lim="800000"/>
            <a:headEnd/>
            <a:tailEnd/>
          </a:ln>
        </p:spPr>
        <p:txBody>
          <a:bodyPr wrap="none" anchor="ctr"/>
          <a:lstStyle/>
          <a:p>
            <a:pPr algn="ctr" eaLnBrk="0" hangingPunct="0"/>
            <a:r>
              <a:rPr lang="en-US"/>
              <a:t>3</a:t>
            </a:r>
          </a:p>
        </p:txBody>
      </p:sp>
      <p:sp>
        <p:nvSpPr>
          <p:cNvPr id="45071" name="AutoShape 14"/>
          <p:cNvSpPr>
            <a:spLocks noChangeArrowheads="1"/>
          </p:cNvSpPr>
          <p:nvPr/>
        </p:nvSpPr>
        <p:spPr bwMode="auto">
          <a:xfrm>
            <a:off x="3368675" y="4424363"/>
            <a:ext cx="841375" cy="692150"/>
          </a:xfrm>
          <a:prstGeom prst="hexagon">
            <a:avLst>
              <a:gd name="adj" fmla="val 30390"/>
              <a:gd name="vf" fmla="val 115470"/>
            </a:avLst>
          </a:prstGeom>
          <a:solidFill>
            <a:schemeClr val="accent1"/>
          </a:solidFill>
          <a:ln w="9525">
            <a:solidFill>
              <a:schemeClr val="tx1"/>
            </a:solidFill>
            <a:miter lim="800000"/>
            <a:headEnd/>
            <a:tailEnd/>
          </a:ln>
        </p:spPr>
        <p:txBody>
          <a:bodyPr wrap="none" anchor="ctr"/>
          <a:lstStyle/>
          <a:p>
            <a:pPr algn="ctr" eaLnBrk="0" hangingPunct="0"/>
            <a:r>
              <a:rPr lang="en-US"/>
              <a:t>1</a:t>
            </a:r>
          </a:p>
        </p:txBody>
      </p:sp>
      <p:sp>
        <p:nvSpPr>
          <p:cNvPr id="45072" name="AutoShape 15"/>
          <p:cNvSpPr>
            <a:spLocks noChangeArrowheads="1"/>
          </p:cNvSpPr>
          <p:nvPr/>
        </p:nvSpPr>
        <p:spPr bwMode="auto">
          <a:xfrm>
            <a:off x="5318125" y="3251200"/>
            <a:ext cx="842963" cy="693738"/>
          </a:xfrm>
          <a:prstGeom prst="hexagon">
            <a:avLst>
              <a:gd name="adj" fmla="val 30378"/>
              <a:gd name="vf" fmla="val 115470"/>
            </a:avLst>
          </a:prstGeom>
          <a:solidFill>
            <a:srgbClr val="00FFFF"/>
          </a:solidFill>
          <a:ln w="9525">
            <a:solidFill>
              <a:schemeClr val="tx1"/>
            </a:solidFill>
            <a:miter lim="800000"/>
            <a:headEnd/>
            <a:tailEnd/>
          </a:ln>
        </p:spPr>
        <p:txBody>
          <a:bodyPr wrap="none" anchor="ctr"/>
          <a:lstStyle/>
          <a:p>
            <a:pPr algn="ctr" eaLnBrk="0" hangingPunct="0"/>
            <a:r>
              <a:rPr lang="en-US"/>
              <a:t>2</a:t>
            </a:r>
          </a:p>
        </p:txBody>
      </p:sp>
      <p:sp>
        <p:nvSpPr>
          <p:cNvPr id="45073" name="AutoShape 16"/>
          <p:cNvSpPr>
            <a:spLocks noChangeArrowheads="1"/>
          </p:cNvSpPr>
          <p:nvPr/>
        </p:nvSpPr>
        <p:spPr bwMode="auto">
          <a:xfrm>
            <a:off x="2713038" y="3249613"/>
            <a:ext cx="842962" cy="693737"/>
          </a:xfrm>
          <a:prstGeom prst="hexagon">
            <a:avLst>
              <a:gd name="adj" fmla="val 30378"/>
              <a:gd name="vf" fmla="val 115470"/>
            </a:avLst>
          </a:prstGeom>
          <a:solidFill>
            <a:srgbClr val="00FFFF"/>
          </a:solidFill>
          <a:ln w="9525">
            <a:solidFill>
              <a:schemeClr val="tx1"/>
            </a:solidFill>
            <a:miter lim="800000"/>
            <a:headEnd/>
            <a:tailEnd/>
          </a:ln>
        </p:spPr>
        <p:txBody>
          <a:bodyPr wrap="none" anchor="ctr"/>
          <a:lstStyle/>
          <a:p>
            <a:pPr algn="ctr" eaLnBrk="0" hangingPunct="0"/>
            <a:r>
              <a:rPr lang="en-US"/>
              <a:t>2</a:t>
            </a:r>
          </a:p>
        </p:txBody>
      </p:sp>
      <p:sp>
        <p:nvSpPr>
          <p:cNvPr id="45074" name="AutoShape 17"/>
          <p:cNvSpPr>
            <a:spLocks noChangeArrowheads="1"/>
          </p:cNvSpPr>
          <p:nvPr/>
        </p:nvSpPr>
        <p:spPr bwMode="auto">
          <a:xfrm>
            <a:off x="5305425" y="3944938"/>
            <a:ext cx="842963" cy="692150"/>
          </a:xfrm>
          <a:prstGeom prst="hexagon">
            <a:avLst>
              <a:gd name="adj" fmla="val 30447"/>
              <a:gd name="vf" fmla="val 115470"/>
            </a:avLst>
          </a:prstGeom>
          <a:solidFill>
            <a:srgbClr val="FF0000"/>
          </a:solidFill>
          <a:ln w="9525">
            <a:solidFill>
              <a:schemeClr val="tx1"/>
            </a:solidFill>
            <a:miter lim="800000"/>
            <a:headEnd/>
            <a:tailEnd/>
          </a:ln>
        </p:spPr>
        <p:txBody>
          <a:bodyPr wrap="none" anchor="ctr"/>
          <a:lstStyle/>
          <a:p>
            <a:pPr algn="ctr" eaLnBrk="0" hangingPunct="0"/>
            <a:endParaRPr lang="en-US"/>
          </a:p>
        </p:txBody>
      </p:sp>
      <p:sp>
        <p:nvSpPr>
          <p:cNvPr id="45075" name="AutoShape 18"/>
          <p:cNvSpPr>
            <a:spLocks noChangeArrowheads="1"/>
          </p:cNvSpPr>
          <p:nvPr/>
        </p:nvSpPr>
        <p:spPr bwMode="auto">
          <a:xfrm>
            <a:off x="2717800" y="3948113"/>
            <a:ext cx="842963" cy="692150"/>
          </a:xfrm>
          <a:prstGeom prst="hexagon">
            <a:avLst>
              <a:gd name="adj" fmla="val 30447"/>
              <a:gd name="vf" fmla="val 115470"/>
            </a:avLst>
          </a:prstGeom>
          <a:solidFill>
            <a:srgbClr val="FF0000"/>
          </a:solidFill>
          <a:ln w="9525">
            <a:solidFill>
              <a:schemeClr val="tx1"/>
            </a:solidFill>
            <a:miter lim="800000"/>
            <a:headEnd/>
            <a:tailEnd/>
          </a:ln>
        </p:spPr>
        <p:txBody>
          <a:bodyPr wrap="none" anchor="ctr"/>
          <a:lstStyle/>
          <a:p>
            <a:pPr algn="ctr" eaLnBrk="0" hangingPunct="0"/>
            <a:endParaRPr lang="en-US"/>
          </a:p>
        </p:txBody>
      </p:sp>
      <p:sp>
        <p:nvSpPr>
          <p:cNvPr id="45076" name="AutoShape 19"/>
          <p:cNvSpPr>
            <a:spLocks noChangeArrowheads="1"/>
          </p:cNvSpPr>
          <p:nvPr/>
        </p:nvSpPr>
        <p:spPr bwMode="auto">
          <a:xfrm>
            <a:off x="4024313" y="4737100"/>
            <a:ext cx="842962" cy="692150"/>
          </a:xfrm>
          <a:prstGeom prst="hexagon">
            <a:avLst>
              <a:gd name="adj" fmla="val 30447"/>
              <a:gd name="vf" fmla="val 115470"/>
            </a:avLst>
          </a:prstGeom>
          <a:solidFill>
            <a:srgbClr val="FF0000"/>
          </a:solidFill>
          <a:ln w="9525">
            <a:solidFill>
              <a:schemeClr val="tx1"/>
            </a:solidFill>
            <a:miter lim="800000"/>
            <a:headEnd/>
            <a:tailEnd/>
          </a:ln>
        </p:spPr>
        <p:txBody>
          <a:bodyPr wrap="none" anchor="ctr"/>
          <a:lstStyle/>
          <a:p>
            <a:pPr algn="ctr" eaLnBrk="0" hangingPunct="0"/>
            <a:endParaRPr lang="en-US"/>
          </a:p>
        </p:txBody>
      </p:sp>
      <p:sp>
        <p:nvSpPr>
          <p:cNvPr id="45077" name="AutoShape 20"/>
          <p:cNvSpPr>
            <a:spLocks noChangeArrowheads="1"/>
          </p:cNvSpPr>
          <p:nvPr/>
        </p:nvSpPr>
        <p:spPr bwMode="auto">
          <a:xfrm>
            <a:off x="4645025" y="4391025"/>
            <a:ext cx="841375" cy="692150"/>
          </a:xfrm>
          <a:prstGeom prst="hexagon">
            <a:avLst>
              <a:gd name="adj" fmla="val 30390"/>
              <a:gd name="vf" fmla="val 115470"/>
            </a:avLst>
          </a:prstGeom>
          <a:solidFill>
            <a:srgbClr val="B2B2B2"/>
          </a:solidFill>
          <a:ln w="9525">
            <a:solidFill>
              <a:schemeClr val="tx1"/>
            </a:solidFill>
            <a:miter lim="800000"/>
            <a:headEnd/>
            <a:tailEnd/>
          </a:ln>
        </p:spPr>
        <p:txBody>
          <a:bodyPr wrap="none" anchor="ctr"/>
          <a:lstStyle/>
          <a:p>
            <a:pPr algn="ctr" eaLnBrk="0" hangingPunct="0"/>
            <a:r>
              <a:rPr lang="en-US"/>
              <a:t>3</a:t>
            </a:r>
          </a:p>
        </p:txBody>
      </p:sp>
      <p:sp>
        <p:nvSpPr>
          <p:cNvPr id="45078" name="AutoShape 21"/>
          <p:cNvSpPr>
            <a:spLocks noChangeArrowheads="1"/>
          </p:cNvSpPr>
          <p:nvPr/>
        </p:nvSpPr>
        <p:spPr bwMode="auto">
          <a:xfrm>
            <a:off x="2085975" y="3609975"/>
            <a:ext cx="841375" cy="692150"/>
          </a:xfrm>
          <a:prstGeom prst="hexagon">
            <a:avLst>
              <a:gd name="adj" fmla="val 30390"/>
              <a:gd name="vf" fmla="val 115470"/>
            </a:avLst>
          </a:prstGeom>
          <a:solidFill>
            <a:schemeClr val="accent1"/>
          </a:solidFill>
          <a:ln w="9525">
            <a:solidFill>
              <a:schemeClr val="tx1"/>
            </a:solidFill>
            <a:miter lim="800000"/>
            <a:headEnd/>
            <a:tailEnd/>
          </a:ln>
        </p:spPr>
        <p:txBody>
          <a:bodyPr wrap="none" anchor="ctr"/>
          <a:lstStyle/>
          <a:p>
            <a:endParaRPr lang="en-US"/>
          </a:p>
        </p:txBody>
      </p:sp>
      <p:sp>
        <p:nvSpPr>
          <p:cNvPr id="45079" name="Text Box 22"/>
          <p:cNvSpPr txBox="1">
            <a:spLocks noChangeArrowheads="1"/>
          </p:cNvSpPr>
          <p:nvPr/>
        </p:nvSpPr>
        <p:spPr bwMode="auto">
          <a:xfrm>
            <a:off x="2257425" y="3722688"/>
            <a:ext cx="366713" cy="457200"/>
          </a:xfrm>
          <a:prstGeom prst="rect">
            <a:avLst/>
          </a:prstGeom>
          <a:noFill/>
          <a:ln w="9525">
            <a:noFill/>
            <a:miter lim="800000"/>
            <a:headEnd/>
            <a:tailEnd/>
          </a:ln>
        </p:spPr>
        <p:txBody>
          <a:bodyPr>
            <a:spAutoFit/>
          </a:bodyPr>
          <a:lstStyle/>
          <a:p>
            <a:pPr eaLnBrk="0" hangingPunct="0"/>
            <a:r>
              <a:rPr lang="en-US"/>
              <a:t>1</a:t>
            </a:r>
          </a:p>
        </p:txBody>
      </p:sp>
      <p:sp>
        <p:nvSpPr>
          <p:cNvPr id="45080" name="Text Box 23"/>
          <p:cNvSpPr txBox="1">
            <a:spLocks noChangeArrowheads="1"/>
          </p:cNvSpPr>
          <p:nvPr/>
        </p:nvSpPr>
        <p:spPr bwMode="auto">
          <a:xfrm>
            <a:off x="5573713" y="4037013"/>
            <a:ext cx="336550" cy="457200"/>
          </a:xfrm>
          <a:prstGeom prst="rect">
            <a:avLst/>
          </a:prstGeom>
          <a:noFill/>
          <a:ln w="9525">
            <a:noFill/>
            <a:miter lim="800000"/>
            <a:headEnd/>
            <a:tailEnd/>
          </a:ln>
        </p:spPr>
        <p:txBody>
          <a:bodyPr wrap="none">
            <a:spAutoFit/>
          </a:bodyPr>
          <a:lstStyle/>
          <a:p>
            <a:pPr eaLnBrk="0" hangingPunct="0"/>
            <a:r>
              <a:rPr lang="en-US"/>
              <a:t>4</a:t>
            </a:r>
          </a:p>
        </p:txBody>
      </p:sp>
      <p:sp>
        <p:nvSpPr>
          <p:cNvPr id="45081" name="Text Box 24"/>
          <p:cNvSpPr txBox="1">
            <a:spLocks noChangeArrowheads="1"/>
          </p:cNvSpPr>
          <p:nvPr/>
        </p:nvSpPr>
        <p:spPr bwMode="auto">
          <a:xfrm>
            <a:off x="2971800" y="4065588"/>
            <a:ext cx="336550" cy="457200"/>
          </a:xfrm>
          <a:prstGeom prst="rect">
            <a:avLst/>
          </a:prstGeom>
          <a:noFill/>
          <a:ln w="9525">
            <a:noFill/>
            <a:miter lim="800000"/>
            <a:headEnd/>
            <a:tailEnd/>
          </a:ln>
        </p:spPr>
        <p:txBody>
          <a:bodyPr wrap="none">
            <a:spAutoFit/>
          </a:bodyPr>
          <a:lstStyle/>
          <a:p>
            <a:pPr eaLnBrk="0" hangingPunct="0"/>
            <a:r>
              <a:rPr lang="en-US"/>
              <a:t>4</a:t>
            </a:r>
          </a:p>
        </p:txBody>
      </p:sp>
      <p:sp>
        <p:nvSpPr>
          <p:cNvPr id="45082" name="Text Box 25"/>
          <p:cNvSpPr txBox="1">
            <a:spLocks noChangeArrowheads="1"/>
          </p:cNvSpPr>
          <p:nvPr/>
        </p:nvSpPr>
        <p:spPr bwMode="auto">
          <a:xfrm>
            <a:off x="4278313" y="4841875"/>
            <a:ext cx="336550" cy="457200"/>
          </a:xfrm>
          <a:prstGeom prst="rect">
            <a:avLst/>
          </a:prstGeom>
          <a:noFill/>
          <a:ln w="9525">
            <a:noFill/>
            <a:miter lim="800000"/>
            <a:headEnd/>
            <a:tailEnd/>
          </a:ln>
        </p:spPr>
        <p:txBody>
          <a:bodyPr wrap="none">
            <a:spAutoFit/>
          </a:bodyPr>
          <a:lstStyle/>
          <a:p>
            <a:pPr eaLnBrk="0" hangingPunct="0"/>
            <a:r>
              <a:rPr lang="en-US"/>
              <a:t>4</a:t>
            </a:r>
          </a:p>
        </p:txBody>
      </p:sp>
      <p:sp>
        <p:nvSpPr>
          <p:cNvPr id="45083" name="AutoShape 26"/>
          <p:cNvSpPr>
            <a:spLocks noChangeArrowheads="1"/>
          </p:cNvSpPr>
          <p:nvPr/>
        </p:nvSpPr>
        <p:spPr bwMode="auto">
          <a:xfrm>
            <a:off x="5957888" y="3608388"/>
            <a:ext cx="841375" cy="692150"/>
          </a:xfrm>
          <a:prstGeom prst="hexagon">
            <a:avLst>
              <a:gd name="adj" fmla="val 30390"/>
              <a:gd name="vf" fmla="val 115470"/>
            </a:avLst>
          </a:prstGeom>
          <a:solidFill>
            <a:srgbClr val="B2B2B2"/>
          </a:solidFill>
          <a:ln w="9525">
            <a:solidFill>
              <a:schemeClr val="tx1"/>
            </a:solidFill>
            <a:miter lim="800000"/>
            <a:headEnd/>
            <a:tailEnd/>
          </a:ln>
        </p:spPr>
        <p:txBody>
          <a:bodyPr wrap="none" anchor="ctr"/>
          <a:lstStyle/>
          <a:p>
            <a:pPr algn="ctr" eaLnBrk="0" hangingPunct="0"/>
            <a:r>
              <a:rPr lang="en-US"/>
              <a:t>3</a:t>
            </a:r>
          </a:p>
        </p:txBody>
      </p:sp>
    </p:spTree>
  </p:cSld>
  <p:clrMapOvr>
    <a:masterClrMapping/>
  </p:clrMapOvr>
  <p:transition spd="med">
    <p:split orient="vert" dir="in"/>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p:cNvSpPr>
            <a:spLocks noGrp="1"/>
          </p:cNvSpPr>
          <p:nvPr>
            <p:ph type="sldNum" sz="quarter" idx="12"/>
          </p:nvPr>
        </p:nvSpPr>
        <p:spPr>
          <a:noFill/>
        </p:spPr>
        <p:txBody>
          <a:bodyPr/>
          <a:lstStyle/>
          <a:p>
            <a:fld id="{96F7269B-365A-4C3F-8E88-5B49747B5B02}" type="slidenum">
              <a:rPr lang="en-US" smtClean="0"/>
              <a:pPr/>
              <a:t>30</a:t>
            </a:fld>
            <a:endParaRPr lang="en-US"/>
          </a:p>
        </p:txBody>
      </p:sp>
      <p:sp>
        <p:nvSpPr>
          <p:cNvPr id="46083" name="Text Box 4"/>
          <p:cNvSpPr txBox="1">
            <a:spLocks noChangeArrowheads="1"/>
          </p:cNvSpPr>
          <p:nvPr/>
        </p:nvSpPr>
        <p:spPr bwMode="auto">
          <a:xfrm>
            <a:off x="228600" y="2362200"/>
            <a:ext cx="8686800" cy="1569660"/>
          </a:xfrm>
          <a:prstGeom prst="rect">
            <a:avLst/>
          </a:prstGeom>
          <a:solidFill>
            <a:srgbClr val="33CCCC"/>
          </a:solidFill>
          <a:ln w="9525">
            <a:noFill/>
            <a:miter lim="800000"/>
            <a:headEnd/>
            <a:tailEnd/>
          </a:ln>
        </p:spPr>
        <p:txBody>
          <a:bodyPr wrap="square">
            <a:spAutoFit/>
          </a:bodyPr>
          <a:lstStyle/>
          <a:p>
            <a:pPr algn="just">
              <a:spcBef>
                <a:spcPct val="50000"/>
              </a:spcBef>
            </a:pPr>
            <a:r>
              <a:rPr lang="en-US" dirty="0"/>
              <a:t>   The minimum distance which allows the same frequency to be reused will depend on many factors such as the number of co-channel cells in the vicinity of the center cell, the type of geographic terrain contour, antenna height and the transmitted power at each cell site. </a:t>
            </a:r>
          </a:p>
        </p:txBody>
      </p:sp>
      <p:sp>
        <p:nvSpPr>
          <p:cNvPr id="46084" name="Rectangle 5"/>
          <p:cNvSpPr>
            <a:spLocks noGrp="1" noChangeArrowheads="1"/>
          </p:cNvSpPr>
          <p:nvPr>
            <p:ph type="title"/>
          </p:nvPr>
        </p:nvSpPr>
        <p:spPr>
          <a:xfrm>
            <a:off x="762000" y="838200"/>
            <a:ext cx="7162800" cy="762000"/>
          </a:xfrm>
          <a:solidFill>
            <a:srgbClr val="FFFF00"/>
          </a:solidFill>
        </p:spPr>
        <p:txBody>
          <a:bodyPr/>
          <a:lstStyle/>
          <a:p>
            <a:pPr eaLnBrk="1" hangingPunct="1"/>
            <a:r>
              <a:rPr lang="en-US" b="1"/>
              <a:t>Frequency Reuse Distance</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4"/>
          <p:cNvSpPr>
            <a:spLocks noGrp="1"/>
          </p:cNvSpPr>
          <p:nvPr>
            <p:ph type="sldNum" sz="quarter" idx="12"/>
          </p:nvPr>
        </p:nvSpPr>
        <p:spPr>
          <a:noFill/>
        </p:spPr>
        <p:txBody>
          <a:bodyPr/>
          <a:lstStyle/>
          <a:p>
            <a:fld id="{EE6DA36D-D363-43B9-BAE7-BA7F7C6BCEA5}" type="slidenum">
              <a:rPr lang="en-US" smtClean="0"/>
              <a:pPr/>
              <a:t>31</a:t>
            </a:fld>
            <a:endParaRPr lang="en-US"/>
          </a:p>
        </p:txBody>
      </p:sp>
      <p:sp>
        <p:nvSpPr>
          <p:cNvPr id="47107" name="Rectangle 2"/>
          <p:cNvSpPr>
            <a:spLocks noGrp="1" noChangeArrowheads="1"/>
          </p:cNvSpPr>
          <p:nvPr>
            <p:ph type="title"/>
          </p:nvPr>
        </p:nvSpPr>
        <p:spPr>
          <a:xfrm>
            <a:off x="990600" y="152400"/>
            <a:ext cx="7772400" cy="762000"/>
          </a:xfrm>
          <a:noFill/>
        </p:spPr>
        <p:txBody>
          <a:bodyPr/>
          <a:lstStyle/>
          <a:p>
            <a:pPr eaLnBrk="1" hangingPunct="1"/>
            <a:r>
              <a:rPr lang="en-US" sz="3600" b="1">
                <a:solidFill>
                  <a:schemeClr val="tx1"/>
                </a:solidFill>
              </a:rPr>
              <a:t>Frequency Reuse</a:t>
            </a:r>
          </a:p>
        </p:txBody>
      </p:sp>
      <p:sp>
        <p:nvSpPr>
          <p:cNvPr id="47108" name="Text Box 4"/>
          <p:cNvSpPr txBox="1">
            <a:spLocks noChangeArrowheads="1"/>
          </p:cNvSpPr>
          <p:nvPr/>
        </p:nvSpPr>
        <p:spPr bwMode="auto">
          <a:xfrm>
            <a:off x="3200400" y="6019800"/>
            <a:ext cx="2819400" cy="457200"/>
          </a:xfrm>
          <a:prstGeom prst="rect">
            <a:avLst/>
          </a:prstGeom>
          <a:noFill/>
          <a:ln w="9525">
            <a:noFill/>
            <a:miter lim="800000"/>
            <a:headEnd/>
            <a:tailEnd/>
          </a:ln>
        </p:spPr>
        <p:txBody>
          <a:bodyPr>
            <a:spAutoFit/>
          </a:bodyPr>
          <a:lstStyle/>
          <a:p>
            <a:pPr>
              <a:spcBef>
                <a:spcPct val="50000"/>
              </a:spcBef>
            </a:pPr>
            <a:r>
              <a:rPr lang="en-US"/>
              <a:t>7</a:t>
            </a:r>
            <a:r>
              <a:rPr lang="en-US">
                <a:solidFill>
                  <a:schemeClr val="folHlink"/>
                </a:solidFill>
              </a:rPr>
              <a:t> </a:t>
            </a:r>
            <a:r>
              <a:rPr lang="en-US"/>
              <a:t>cell reuse cluster</a:t>
            </a:r>
          </a:p>
        </p:txBody>
      </p:sp>
      <p:grpSp>
        <p:nvGrpSpPr>
          <p:cNvPr id="47109" name="Group 5"/>
          <p:cNvGrpSpPr>
            <a:grpSpLocks/>
          </p:cNvGrpSpPr>
          <p:nvPr/>
        </p:nvGrpSpPr>
        <p:grpSpPr bwMode="auto">
          <a:xfrm>
            <a:off x="1219200" y="1128713"/>
            <a:ext cx="5943600" cy="5119687"/>
            <a:chOff x="768" y="711"/>
            <a:chExt cx="3744" cy="3225"/>
          </a:xfrm>
        </p:grpSpPr>
        <p:sp>
          <p:nvSpPr>
            <p:cNvPr id="47110" name="Line 6"/>
            <p:cNvSpPr>
              <a:spLocks noChangeShapeType="1"/>
            </p:cNvSpPr>
            <p:nvPr/>
          </p:nvSpPr>
          <p:spPr bwMode="auto">
            <a:xfrm>
              <a:off x="1977" y="1805"/>
              <a:ext cx="0" cy="288"/>
            </a:xfrm>
            <a:prstGeom prst="line">
              <a:avLst/>
            </a:prstGeom>
            <a:noFill/>
            <a:ln w="9525">
              <a:solidFill>
                <a:schemeClr val="tx1"/>
              </a:solidFill>
              <a:round/>
              <a:headEnd/>
              <a:tailEnd/>
            </a:ln>
          </p:spPr>
          <p:txBody>
            <a:bodyPr/>
            <a:lstStyle/>
            <a:p>
              <a:endParaRPr lang="en-US"/>
            </a:p>
          </p:txBody>
        </p:sp>
        <p:sp>
          <p:nvSpPr>
            <p:cNvPr id="47111" name="Line 7"/>
            <p:cNvSpPr>
              <a:spLocks noChangeShapeType="1"/>
            </p:cNvSpPr>
            <p:nvPr/>
          </p:nvSpPr>
          <p:spPr bwMode="auto">
            <a:xfrm flipH="1">
              <a:off x="1747" y="2093"/>
              <a:ext cx="230" cy="173"/>
            </a:xfrm>
            <a:prstGeom prst="line">
              <a:avLst/>
            </a:prstGeom>
            <a:noFill/>
            <a:ln w="9525">
              <a:solidFill>
                <a:schemeClr val="tx1"/>
              </a:solidFill>
              <a:round/>
              <a:headEnd/>
              <a:tailEnd/>
            </a:ln>
          </p:spPr>
          <p:txBody>
            <a:bodyPr/>
            <a:lstStyle/>
            <a:p>
              <a:endParaRPr lang="en-US"/>
            </a:p>
          </p:txBody>
        </p:sp>
        <p:sp>
          <p:nvSpPr>
            <p:cNvPr id="47112" name="Line 8"/>
            <p:cNvSpPr>
              <a:spLocks noChangeShapeType="1"/>
            </p:cNvSpPr>
            <p:nvPr/>
          </p:nvSpPr>
          <p:spPr bwMode="auto">
            <a:xfrm flipH="1" flipV="1">
              <a:off x="1977" y="2093"/>
              <a:ext cx="231" cy="173"/>
            </a:xfrm>
            <a:prstGeom prst="line">
              <a:avLst/>
            </a:prstGeom>
            <a:noFill/>
            <a:ln w="9525">
              <a:solidFill>
                <a:schemeClr val="tx1"/>
              </a:solidFill>
              <a:round/>
              <a:headEnd/>
              <a:tailEnd/>
            </a:ln>
          </p:spPr>
          <p:txBody>
            <a:bodyPr/>
            <a:lstStyle/>
            <a:p>
              <a:endParaRPr lang="en-US"/>
            </a:p>
          </p:txBody>
        </p:sp>
        <p:sp>
          <p:nvSpPr>
            <p:cNvPr id="47113" name="Line 9"/>
            <p:cNvSpPr>
              <a:spLocks noChangeShapeType="1"/>
            </p:cNvSpPr>
            <p:nvPr/>
          </p:nvSpPr>
          <p:spPr bwMode="auto">
            <a:xfrm>
              <a:off x="2438" y="1805"/>
              <a:ext cx="0" cy="288"/>
            </a:xfrm>
            <a:prstGeom prst="line">
              <a:avLst/>
            </a:prstGeom>
            <a:noFill/>
            <a:ln w="28575">
              <a:solidFill>
                <a:srgbClr val="FF3300"/>
              </a:solidFill>
              <a:round/>
              <a:headEnd/>
              <a:tailEnd/>
            </a:ln>
          </p:spPr>
          <p:txBody>
            <a:bodyPr/>
            <a:lstStyle/>
            <a:p>
              <a:endParaRPr lang="en-US"/>
            </a:p>
          </p:txBody>
        </p:sp>
        <p:sp>
          <p:nvSpPr>
            <p:cNvPr id="47114" name="Line 10"/>
            <p:cNvSpPr>
              <a:spLocks noChangeShapeType="1"/>
            </p:cNvSpPr>
            <p:nvPr/>
          </p:nvSpPr>
          <p:spPr bwMode="auto">
            <a:xfrm flipH="1">
              <a:off x="2208" y="2093"/>
              <a:ext cx="230" cy="173"/>
            </a:xfrm>
            <a:prstGeom prst="line">
              <a:avLst/>
            </a:prstGeom>
            <a:noFill/>
            <a:ln w="9525">
              <a:solidFill>
                <a:schemeClr val="tx1"/>
              </a:solidFill>
              <a:round/>
              <a:headEnd/>
              <a:tailEnd/>
            </a:ln>
          </p:spPr>
          <p:txBody>
            <a:bodyPr/>
            <a:lstStyle/>
            <a:p>
              <a:endParaRPr lang="en-US"/>
            </a:p>
          </p:txBody>
        </p:sp>
        <p:sp>
          <p:nvSpPr>
            <p:cNvPr id="47115" name="Line 11"/>
            <p:cNvSpPr>
              <a:spLocks noChangeShapeType="1"/>
            </p:cNvSpPr>
            <p:nvPr/>
          </p:nvSpPr>
          <p:spPr bwMode="auto">
            <a:xfrm flipH="1" flipV="1">
              <a:off x="2438" y="2093"/>
              <a:ext cx="231" cy="173"/>
            </a:xfrm>
            <a:prstGeom prst="line">
              <a:avLst/>
            </a:prstGeom>
            <a:noFill/>
            <a:ln w="9525">
              <a:solidFill>
                <a:schemeClr val="tx1"/>
              </a:solidFill>
              <a:round/>
              <a:headEnd/>
              <a:tailEnd/>
            </a:ln>
          </p:spPr>
          <p:txBody>
            <a:bodyPr/>
            <a:lstStyle/>
            <a:p>
              <a:endParaRPr lang="en-US"/>
            </a:p>
          </p:txBody>
        </p:sp>
        <p:sp>
          <p:nvSpPr>
            <p:cNvPr id="47116" name="Line 12"/>
            <p:cNvSpPr>
              <a:spLocks noChangeShapeType="1"/>
            </p:cNvSpPr>
            <p:nvPr/>
          </p:nvSpPr>
          <p:spPr bwMode="auto">
            <a:xfrm>
              <a:off x="1056" y="1805"/>
              <a:ext cx="0" cy="288"/>
            </a:xfrm>
            <a:prstGeom prst="line">
              <a:avLst/>
            </a:prstGeom>
            <a:noFill/>
            <a:ln w="28575">
              <a:solidFill>
                <a:schemeClr val="tx1"/>
              </a:solidFill>
              <a:round/>
              <a:headEnd/>
              <a:tailEnd/>
            </a:ln>
          </p:spPr>
          <p:txBody>
            <a:bodyPr/>
            <a:lstStyle/>
            <a:p>
              <a:endParaRPr lang="en-US"/>
            </a:p>
          </p:txBody>
        </p:sp>
        <p:sp>
          <p:nvSpPr>
            <p:cNvPr id="47117" name="Line 13"/>
            <p:cNvSpPr>
              <a:spLocks noChangeShapeType="1"/>
            </p:cNvSpPr>
            <p:nvPr/>
          </p:nvSpPr>
          <p:spPr bwMode="auto">
            <a:xfrm flipH="1" flipV="1">
              <a:off x="1056" y="2093"/>
              <a:ext cx="230" cy="173"/>
            </a:xfrm>
            <a:prstGeom prst="line">
              <a:avLst/>
            </a:prstGeom>
            <a:noFill/>
            <a:ln w="28575">
              <a:solidFill>
                <a:schemeClr val="tx1"/>
              </a:solidFill>
              <a:round/>
              <a:headEnd/>
              <a:tailEnd/>
            </a:ln>
          </p:spPr>
          <p:txBody>
            <a:bodyPr/>
            <a:lstStyle/>
            <a:p>
              <a:endParaRPr lang="en-US"/>
            </a:p>
          </p:txBody>
        </p:sp>
        <p:sp>
          <p:nvSpPr>
            <p:cNvPr id="47118" name="Line 14"/>
            <p:cNvSpPr>
              <a:spLocks noChangeShapeType="1"/>
            </p:cNvSpPr>
            <p:nvPr/>
          </p:nvSpPr>
          <p:spPr bwMode="auto">
            <a:xfrm>
              <a:off x="1517" y="1805"/>
              <a:ext cx="0" cy="288"/>
            </a:xfrm>
            <a:prstGeom prst="line">
              <a:avLst/>
            </a:prstGeom>
            <a:noFill/>
            <a:ln w="9525">
              <a:solidFill>
                <a:schemeClr val="tx1"/>
              </a:solidFill>
              <a:round/>
              <a:headEnd/>
              <a:tailEnd/>
            </a:ln>
          </p:spPr>
          <p:txBody>
            <a:bodyPr/>
            <a:lstStyle/>
            <a:p>
              <a:endParaRPr lang="en-US"/>
            </a:p>
          </p:txBody>
        </p:sp>
        <p:sp>
          <p:nvSpPr>
            <p:cNvPr id="47119" name="Line 15"/>
            <p:cNvSpPr>
              <a:spLocks noChangeShapeType="1"/>
            </p:cNvSpPr>
            <p:nvPr/>
          </p:nvSpPr>
          <p:spPr bwMode="auto">
            <a:xfrm flipH="1">
              <a:off x="1286" y="2093"/>
              <a:ext cx="231" cy="173"/>
            </a:xfrm>
            <a:prstGeom prst="line">
              <a:avLst/>
            </a:prstGeom>
            <a:noFill/>
            <a:ln w="9525">
              <a:solidFill>
                <a:schemeClr val="tx1"/>
              </a:solidFill>
              <a:round/>
              <a:headEnd/>
              <a:tailEnd/>
            </a:ln>
          </p:spPr>
          <p:txBody>
            <a:bodyPr/>
            <a:lstStyle/>
            <a:p>
              <a:endParaRPr lang="en-US"/>
            </a:p>
          </p:txBody>
        </p:sp>
        <p:sp>
          <p:nvSpPr>
            <p:cNvPr id="47120" name="Line 16"/>
            <p:cNvSpPr>
              <a:spLocks noChangeShapeType="1"/>
            </p:cNvSpPr>
            <p:nvPr/>
          </p:nvSpPr>
          <p:spPr bwMode="auto">
            <a:xfrm flipH="1" flipV="1">
              <a:off x="1517" y="2093"/>
              <a:ext cx="230" cy="173"/>
            </a:xfrm>
            <a:prstGeom prst="line">
              <a:avLst/>
            </a:prstGeom>
            <a:noFill/>
            <a:ln w="9525">
              <a:solidFill>
                <a:schemeClr val="tx1"/>
              </a:solidFill>
              <a:round/>
              <a:headEnd/>
              <a:tailEnd/>
            </a:ln>
          </p:spPr>
          <p:txBody>
            <a:bodyPr/>
            <a:lstStyle/>
            <a:p>
              <a:endParaRPr lang="en-US"/>
            </a:p>
          </p:txBody>
        </p:sp>
        <p:sp>
          <p:nvSpPr>
            <p:cNvPr id="47121" name="Line 17"/>
            <p:cNvSpPr>
              <a:spLocks noChangeShapeType="1"/>
            </p:cNvSpPr>
            <p:nvPr/>
          </p:nvSpPr>
          <p:spPr bwMode="auto">
            <a:xfrm>
              <a:off x="1747" y="2266"/>
              <a:ext cx="0" cy="288"/>
            </a:xfrm>
            <a:prstGeom prst="line">
              <a:avLst/>
            </a:prstGeom>
            <a:noFill/>
            <a:ln w="9525">
              <a:solidFill>
                <a:schemeClr val="tx1"/>
              </a:solidFill>
              <a:round/>
              <a:headEnd/>
              <a:tailEnd/>
            </a:ln>
          </p:spPr>
          <p:txBody>
            <a:bodyPr/>
            <a:lstStyle/>
            <a:p>
              <a:endParaRPr lang="en-US"/>
            </a:p>
          </p:txBody>
        </p:sp>
        <p:sp>
          <p:nvSpPr>
            <p:cNvPr id="47122" name="Line 18"/>
            <p:cNvSpPr>
              <a:spLocks noChangeShapeType="1"/>
            </p:cNvSpPr>
            <p:nvPr/>
          </p:nvSpPr>
          <p:spPr bwMode="auto">
            <a:xfrm flipH="1">
              <a:off x="1517" y="2554"/>
              <a:ext cx="230" cy="173"/>
            </a:xfrm>
            <a:prstGeom prst="line">
              <a:avLst/>
            </a:prstGeom>
            <a:noFill/>
            <a:ln w="28575">
              <a:solidFill>
                <a:schemeClr val="tx1"/>
              </a:solidFill>
              <a:round/>
              <a:headEnd/>
              <a:tailEnd/>
            </a:ln>
          </p:spPr>
          <p:txBody>
            <a:bodyPr/>
            <a:lstStyle/>
            <a:p>
              <a:endParaRPr lang="en-US"/>
            </a:p>
          </p:txBody>
        </p:sp>
        <p:sp>
          <p:nvSpPr>
            <p:cNvPr id="47123" name="Line 19"/>
            <p:cNvSpPr>
              <a:spLocks noChangeShapeType="1"/>
            </p:cNvSpPr>
            <p:nvPr/>
          </p:nvSpPr>
          <p:spPr bwMode="auto">
            <a:xfrm flipH="1" flipV="1">
              <a:off x="1747" y="2554"/>
              <a:ext cx="230" cy="173"/>
            </a:xfrm>
            <a:prstGeom prst="line">
              <a:avLst/>
            </a:prstGeom>
            <a:noFill/>
            <a:ln w="28575">
              <a:solidFill>
                <a:schemeClr val="tx1"/>
              </a:solidFill>
              <a:round/>
              <a:headEnd/>
              <a:tailEnd/>
            </a:ln>
          </p:spPr>
          <p:txBody>
            <a:bodyPr/>
            <a:lstStyle/>
            <a:p>
              <a:endParaRPr lang="en-US"/>
            </a:p>
          </p:txBody>
        </p:sp>
        <p:sp>
          <p:nvSpPr>
            <p:cNvPr id="47124" name="Line 20"/>
            <p:cNvSpPr>
              <a:spLocks noChangeShapeType="1"/>
            </p:cNvSpPr>
            <p:nvPr/>
          </p:nvSpPr>
          <p:spPr bwMode="auto">
            <a:xfrm>
              <a:off x="2208" y="2266"/>
              <a:ext cx="0" cy="288"/>
            </a:xfrm>
            <a:prstGeom prst="line">
              <a:avLst/>
            </a:prstGeom>
            <a:noFill/>
            <a:ln w="9525">
              <a:solidFill>
                <a:schemeClr val="tx1"/>
              </a:solidFill>
              <a:round/>
              <a:headEnd/>
              <a:tailEnd/>
            </a:ln>
          </p:spPr>
          <p:txBody>
            <a:bodyPr/>
            <a:lstStyle/>
            <a:p>
              <a:endParaRPr lang="en-US"/>
            </a:p>
          </p:txBody>
        </p:sp>
        <p:sp>
          <p:nvSpPr>
            <p:cNvPr id="47125" name="Line 21"/>
            <p:cNvSpPr>
              <a:spLocks noChangeShapeType="1"/>
            </p:cNvSpPr>
            <p:nvPr/>
          </p:nvSpPr>
          <p:spPr bwMode="auto">
            <a:xfrm flipH="1">
              <a:off x="1977" y="2554"/>
              <a:ext cx="231" cy="173"/>
            </a:xfrm>
            <a:prstGeom prst="line">
              <a:avLst/>
            </a:prstGeom>
            <a:noFill/>
            <a:ln w="9525">
              <a:solidFill>
                <a:schemeClr val="tx1"/>
              </a:solidFill>
              <a:round/>
              <a:headEnd/>
              <a:tailEnd/>
            </a:ln>
          </p:spPr>
          <p:txBody>
            <a:bodyPr/>
            <a:lstStyle/>
            <a:p>
              <a:endParaRPr lang="en-US"/>
            </a:p>
          </p:txBody>
        </p:sp>
        <p:sp>
          <p:nvSpPr>
            <p:cNvPr id="47126" name="Line 22"/>
            <p:cNvSpPr>
              <a:spLocks noChangeShapeType="1"/>
            </p:cNvSpPr>
            <p:nvPr/>
          </p:nvSpPr>
          <p:spPr bwMode="auto">
            <a:xfrm>
              <a:off x="1286" y="2266"/>
              <a:ext cx="0" cy="288"/>
            </a:xfrm>
            <a:prstGeom prst="line">
              <a:avLst/>
            </a:prstGeom>
            <a:noFill/>
            <a:ln w="28575">
              <a:solidFill>
                <a:schemeClr val="tx1"/>
              </a:solidFill>
              <a:round/>
              <a:headEnd/>
              <a:tailEnd/>
            </a:ln>
          </p:spPr>
          <p:txBody>
            <a:bodyPr/>
            <a:lstStyle/>
            <a:p>
              <a:endParaRPr lang="en-US"/>
            </a:p>
          </p:txBody>
        </p:sp>
        <p:sp>
          <p:nvSpPr>
            <p:cNvPr id="47127" name="Line 23"/>
            <p:cNvSpPr>
              <a:spLocks noChangeShapeType="1"/>
            </p:cNvSpPr>
            <p:nvPr/>
          </p:nvSpPr>
          <p:spPr bwMode="auto">
            <a:xfrm flipH="1" flipV="1">
              <a:off x="1286" y="2554"/>
              <a:ext cx="231" cy="173"/>
            </a:xfrm>
            <a:prstGeom prst="line">
              <a:avLst/>
            </a:prstGeom>
            <a:noFill/>
            <a:ln w="28575">
              <a:solidFill>
                <a:schemeClr val="tx1"/>
              </a:solidFill>
              <a:round/>
              <a:headEnd/>
              <a:tailEnd/>
            </a:ln>
          </p:spPr>
          <p:txBody>
            <a:bodyPr/>
            <a:lstStyle/>
            <a:p>
              <a:endParaRPr lang="en-US"/>
            </a:p>
          </p:txBody>
        </p:sp>
        <p:sp>
          <p:nvSpPr>
            <p:cNvPr id="47128" name="Line 24"/>
            <p:cNvSpPr>
              <a:spLocks noChangeShapeType="1"/>
            </p:cNvSpPr>
            <p:nvPr/>
          </p:nvSpPr>
          <p:spPr bwMode="auto">
            <a:xfrm flipH="1">
              <a:off x="1747" y="1172"/>
              <a:ext cx="230" cy="172"/>
            </a:xfrm>
            <a:prstGeom prst="line">
              <a:avLst/>
            </a:prstGeom>
            <a:noFill/>
            <a:ln w="28575">
              <a:solidFill>
                <a:schemeClr val="tx1"/>
              </a:solidFill>
              <a:round/>
              <a:headEnd/>
              <a:tailEnd/>
            </a:ln>
          </p:spPr>
          <p:txBody>
            <a:bodyPr/>
            <a:lstStyle/>
            <a:p>
              <a:endParaRPr lang="en-US"/>
            </a:p>
          </p:txBody>
        </p:sp>
        <p:sp>
          <p:nvSpPr>
            <p:cNvPr id="47129" name="Line 25"/>
            <p:cNvSpPr>
              <a:spLocks noChangeShapeType="1"/>
            </p:cNvSpPr>
            <p:nvPr/>
          </p:nvSpPr>
          <p:spPr bwMode="auto">
            <a:xfrm flipH="1" flipV="1">
              <a:off x="1977" y="1172"/>
              <a:ext cx="231" cy="172"/>
            </a:xfrm>
            <a:prstGeom prst="line">
              <a:avLst/>
            </a:prstGeom>
            <a:noFill/>
            <a:ln w="28575">
              <a:solidFill>
                <a:schemeClr val="tx1"/>
              </a:solidFill>
              <a:round/>
              <a:headEnd/>
              <a:tailEnd/>
            </a:ln>
          </p:spPr>
          <p:txBody>
            <a:bodyPr/>
            <a:lstStyle/>
            <a:p>
              <a:endParaRPr lang="en-US"/>
            </a:p>
          </p:txBody>
        </p:sp>
        <p:sp>
          <p:nvSpPr>
            <p:cNvPr id="47130" name="Line 26"/>
            <p:cNvSpPr>
              <a:spLocks noChangeShapeType="1"/>
            </p:cNvSpPr>
            <p:nvPr/>
          </p:nvSpPr>
          <p:spPr bwMode="auto">
            <a:xfrm>
              <a:off x="2438" y="884"/>
              <a:ext cx="0" cy="288"/>
            </a:xfrm>
            <a:prstGeom prst="line">
              <a:avLst/>
            </a:prstGeom>
            <a:noFill/>
            <a:ln w="28575">
              <a:solidFill>
                <a:schemeClr val="tx1"/>
              </a:solidFill>
              <a:round/>
              <a:headEnd/>
              <a:tailEnd/>
            </a:ln>
          </p:spPr>
          <p:txBody>
            <a:bodyPr/>
            <a:lstStyle/>
            <a:p>
              <a:endParaRPr lang="en-US"/>
            </a:p>
          </p:txBody>
        </p:sp>
        <p:sp>
          <p:nvSpPr>
            <p:cNvPr id="47131" name="Line 27"/>
            <p:cNvSpPr>
              <a:spLocks noChangeShapeType="1"/>
            </p:cNvSpPr>
            <p:nvPr/>
          </p:nvSpPr>
          <p:spPr bwMode="auto">
            <a:xfrm flipH="1">
              <a:off x="2208" y="1172"/>
              <a:ext cx="230" cy="172"/>
            </a:xfrm>
            <a:prstGeom prst="line">
              <a:avLst/>
            </a:prstGeom>
            <a:noFill/>
            <a:ln w="28575">
              <a:solidFill>
                <a:schemeClr val="tx1"/>
              </a:solidFill>
              <a:round/>
              <a:headEnd/>
              <a:tailEnd/>
            </a:ln>
          </p:spPr>
          <p:txBody>
            <a:bodyPr/>
            <a:lstStyle/>
            <a:p>
              <a:endParaRPr lang="en-US"/>
            </a:p>
          </p:txBody>
        </p:sp>
        <p:sp>
          <p:nvSpPr>
            <p:cNvPr id="47132" name="Line 28"/>
            <p:cNvSpPr>
              <a:spLocks noChangeShapeType="1"/>
            </p:cNvSpPr>
            <p:nvPr/>
          </p:nvSpPr>
          <p:spPr bwMode="auto">
            <a:xfrm flipH="1" flipV="1">
              <a:off x="2438" y="1172"/>
              <a:ext cx="231" cy="172"/>
            </a:xfrm>
            <a:prstGeom prst="line">
              <a:avLst/>
            </a:prstGeom>
            <a:noFill/>
            <a:ln w="9525">
              <a:solidFill>
                <a:schemeClr val="tx1"/>
              </a:solidFill>
              <a:round/>
              <a:headEnd/>
              <a:tailEnd/>
            </a:ln>
          </p:spPr>
          <p:txBody>
            <a:bodyPr/>
            <a:lstStyle/>
            <a:p>
              <a:endParaRPr lang="en-US"/>
            </a:p>
          </p:txBody>
        </p:sp>
        <p:sp>
          <p:nvSpPr>
            <p:cNvPr id="47133" name="Line 29"/>
            <p:cNvSpPr>
              <a:spLocks noChangeShapeType="1"/>
            </p:cNvSpPr>
            <p:nvPr/>
          </p:nvSpPr>
          <p:spPr bwMode="auto">
            <a:xfrm>
              <a:off x="3360" y="884"/>
              <a:ext cx="0" cy="288"/>
            </a:xfrm>
            <a:prstGeom prst="line">
              <a:avLst/>
            </a:prstGeom>
            <a:noFill/>
            <a:ln w="28575">
              <a:solidFill>
                <a:schemeClr val="tx1"/>
              </a:solidFill>
              <a:round/>
              <a:headEnd/>
              <a:tailEnd/>
            </a:ln>
          </p:spPr>
          <p:txBody>
            <a:bodyPr/>
            <a:lstStyle/>
            <a:p>
              <a:endParaRPr lang="en-US"/>
            </a:p>
          </p:txBody>
        </p:sp>
        <p:sp>
          <p:nvSpPr>
            <p:cNvPr id="47134" name="Line 30"/>
            <p:cNvSpPr>
              <a:spLocks noChangeShapeType="1"/>
            </p:cNvSpPr>
            <p:nvPr/>
          </p:nvSpPr>
          <p:spPr bwMode="auto">
            <a:xfrm flipH="1">
              <a:off x="3129" y="1172"/>
              <a:ext cx="231" cy="172"/>
            </a:xfrm>
            <a:prstGeom prst="line">
              <a:avLst/>
            </a:prstGeom>
            <a:noFill/>
            <a:ln w="9525">
              <a:solidFill>
                <a:schemeClr val="tx1"/>
              </a:solidFill>
              <a:round/>
              <a:headEnd/>
              <a:tailEnd/>
            </a:ln>
          </p:spPr>
          <p:txBody>
            <a:bodyPr/>
            <a:lstStyle/>
            <a:p>
              <a:endParaRPr lang="en-US"/>
            </a:p>
          </p:txBody>
        </p:sp>
        <p:sp>
          <p:nvSpPr>
            <p:cNvPr id="47135" name="Line 31"/>
            <p:cNvSpPr>
              <a:spLocks noChangeShapeType="1"/>
            </p:cNvSpPr>
            <p:nvPr/>
          </p:nvSpPr>
          <p:spPr bwMode="auto">
            <a:xfrm flipH="1" flipV="1">
              <a:off x="3129" y="711"/>
              <a:ext cx="231" cy="173"/>
            </a:xfrm>
            <a:prstGeom prst="line">
              <a:avLst/>
            </a:prstGeom>
            <a:noFill/>
            <a:ln w="28575">
              <a:solidFill>
                <a:schemeClr val="tx1"/>
              </a:solidFill>
              <a:round/>
              <a:headEnd/>
              <a:tailEnd/>
            </a:ln>
          </p:spPr>
          <p:txBody>
            <a:bodyPr/>
            <a:lstStyle/>
            <a:p>
              <a:endParaRPr lang="en-US"/>
            </a:p>
          </p:txBody>
        </p:sp>
        <p:sp>
          <p:nvSpPr>
            <p:cNvPr id="47136" name="Line 32"/>
            <p:cNvSpPr>
              <a:spLocks noChangeShapeType="1"/>
            </p:cNvSpPr>
            <p:nvPr/>
          </p:nvSpPr>
          <p:spPr bwMode="auto">
            <a:xfrm flipH="1">
              <a:off x="1286" y="1172"/>
              <a:ext cx="231" cy="172"/>
            </a:xfrm>
            <a:prstGeom prst="line">
              <a:avLst/>
            </a:prstGeom>
            <a:noFill/>
            <a:ln w="28575">
              <a:solidFill>
                <a:schemeClr val="tx1"/>
              </a:solidFill>
              <a:round/>
              <a:headEnd/>
              <a:tailEnd/>
            </a:ln>
          </p:spPr>
          <p:txBody>
            <a:bodyPr/>
            <a:lstStyle/>
            <a:p>
              <a:endParaRPr lang="en-US"/>
            </a:p>
          </p:txBody>
        </p:sp>
        <p:sp>
          <p:nvSpPr>
            <p:cNvPr id="47137" name="Line 33"/>
            <p:cNvSpPr>
              <a:spLocks noChangeShapeType="1"/>
            </p:cNvSpPr>
            <p:nvPr/>
          </p:nvSpPr>
          <p:spPr bwMode="auto">
            <a:xfrm flipH="1" flipV="1">
              <a:off x="1517" y="1172"/>
              <a:ext cx="230" cy="172"/>
            </a:xfrm>
            <a:prstGeom prst="line">
              <a:avLst/>
            </a:prstGeom>
            <a:noFill/>
            <a:ln w="28575">
              <a:solidFill>
                <a:schemeClr val="tx1"/>
              </a:solidFill>
              <a:round/>
              <a:headEnd/>
              <a:tailEnd/>
            </a:ln>
          </p:spPr>
          <p:txBody>
            <a:bodyPr/>
            <a:lstStyle/>
            <a:p>
              <a:endParaRPr lang="en-US"/>
            </a:p>
          </p:txBody>
        </p:sp>
        <p:sp>
          <p:nvSpPr>
            <p:cNvPr id="47138" name="Line 34"/>
            <p:cNvSpPr>
              <a:spLocks noChangeShapeType="1"/>
            </p:cNvSpPr>
            <p:nvPr/>
          </p:nvSpPr>
          <p:spPr bwMode="auto">
            <a:xfrm>
              <a:off x="1747" y="1344"/>
              <a:ext cx="0" cy="288"/>
            </a:xfrm>
            <a:prstGeom prst="line">
              <a:avLst/>
            </a:prstGeom>
            <a:noFill/>
            <a:ln w="9525">
              <a:solidFill>
                <a:schemeClr val="tx1"/>
              </a:solidFill>
              <a:round/>
              <a:headEnd/>
              <a:tailEnd/>
            </a:ln>
          </p:spPr>
          <p:txBody>
            <a:bodyPr/>
            <a:lstStyle/>
            <a:p>
              <a:endParaRPr lang="en-US"/>
            </a:p>
          </p:txBody>
        </p:sp>
        <p:sp>
          <p:nvSpPr>
            <p:cNvPr id="47139" name="Line 35"/>
            <p:cNvSpPr>
              <a:spLocks noChangeShapeType="1"/>
            </p:cNvSpPr>
            <p:nvPr/>
          </p:nvSpPr>
          <p:spPr bwMode="auto">
            <a:xfrm flipH="1">
              <a:off x="1517" y="1632"/>
              <a:ext cx="230" cy="173"/>
            </a:xfrm>
            <a:prstGeom prst="line">
              <a:avLst/>
            </a:prstGeom>
            <a:noFill/>
            <a:ln w="9525">
              <a:solidFill>
                <a:schemeClr val="tx1"/>
              </a:solidFill>
              <a:round/>
              <a:headEnd/>
              <a:tailEnd/>
            </a:ln>
          </p:spPr>
          <p:txBody>
            <a:bodyPr/>
            <a:lstStyle/>
            <a:p>
              <a:endParaRPr lang="en-US"/>
            </a:p>
          </p:txBody>
        </p:sp>
        <p:sp>
          <p:nvSpPr>
            <p:cNvPr id="47140" name="Line 36"/>
            <p:cNvSpPr>
              <a:spLocks noChangeShapeType="1"/>
            </p:cNvSpPr>
            <p:nvPr/>
          </p:nvSpPr>
          <p:spPr bwMode="auto">
            <a:xfrm flipH="1" flipV="1">
              <a:off x="1747" y="1632"/>
              <a:ext cx="230" cy="173"/>
            </a:xfrm>
            <a:prstGeom prst="line">
              <a:avLst/>
            </a:prstGeom>
            <a:noFill/>
            <a:ln w="9525">
              <a:solidFill>
                <a:schemeClr val="tx1"/>
              </a:solidFill>
              <a:round/>
              <a:headEnd/>
              <a:tailEnd/>
            </a:ln>
          </p:spPr>
          <p:txBody>
            <a:bodyPr/>
            <a:lstStyle/>
            <a:p>
              <a:endParaRPr lang="en-US"/>
            </a:p>
          </p:txBody>
        </p:sp>
        <p:sp>
          <p:nvSpPr>
            <p:cNvPr id="47141" name="Line 37"/>
            <p:cNvSpPr>
              <a:spLocks noChangeShapeType="1"/>
            </p:cNvSpPr>
            <p:nvPr/>
          </p:nvSpPr>
          <p:spPr bwMode="auto">
            <a:xfrm>
              <a:off x="2208" y="1344"/>
              <a:ext cx="0" cy="288"/>
            </a:xfrm>
            <a:prstGeom prst="line">
              <a:avLst/>
            </a:prstGeom>
            <a:noFill/>
            <a:ln w="28575">
              <a:solidFill>
                <a:srgbClr val="FF3300"/>
              </a:solidFill>
              <a:round/>
              <a:headEnd/>
              <a:tailEnd/>
            </a:ln>
          </p:spPr>
          <p:txBody>
            <a:bodyPr/>
            <a:lstStyle/>
            <a:p>
              <a:endParaRPr lang="en-US"/>
            </a:p>
          </p:txBody>
        </p:sp>
        <p:sp>
          <p:nvSpPr>
            <p:cNvPr id="47142" name="Line 38"/>
            <p:cNvSpPr>
              <a:spLocks noChangeShapeType="1"/>
            </p:cNvSpPr>
            <p:nvPr/>
          </p:nvSpPr>
          <p:spPr bwMode="auto">
            <a:xfrm flipH="1">
              <a:off x="1977" y="1632"/>
              <a:ext cx="231" cy="173"/>
            </a:xfrm>
            <a:prstGeom prst="line">
              <a:avLst/>
            </a:prstGeom>
            <a:noFill/>
            <a:ln w="9525">
              <a:solidFill>
                <a:schemeClr val="tx1"/>
              </a:solidFill>
              <a:round/>
              <a:headEnd/>
              <a:tailEnd/>
            </a:ln>
          </p:spPr>
          <p:txBody>
            <a:bodyPr/>
            <a:lstStyle/>
            <a:p>
              <a:endParaRPr lang="en-US"/>
            </a:p>
          </p:txBody>
        </p:sp>
        <p:sp>
          <p:nvSpPr>
            <p:cNvPr id="47143" name="Line 39"/>
            <p:cNvSpPr>
              <a:spLocks noChangeShapeType="1"/>
            </p:cNvSpPr>
            <p:nvPr/>
          </p:nvSpPr>
          <p:spPr bwMode="auto">
            <a:xfrm flipH="1" flipV="1">
              <a:off x="2208" y="1632"/>
              <a:ext cx="230" cy="173"/>
            </a:xfrm>
            <a:prstGeom prst="line">
              <a:avLst/>
            </a:prstGeom>
            <a:noFill/>
            <a:ln w="28575">
              <a:solidFill>
                <a:srgbClr val="FF3300"/>
              </a:solidFill>
              <a:round/>
              <a:headEnd/>
              <a:tailEnd/>
            </a:ln>
          </p:spPr>
          <p:txBody>
            <a:bodyPr/>
            <a:lstStyle/>
            <a:p>
              <a:endParaRPr lang="en-US"/>
            </a:p>
          </p:txBody>
        </p:sp>
        <p:sp>
          <p:nvSpPr>
            <p:cNvPr id="47144" name="Line 40"/>
            <p:cNvSpPr>
              <a:spLocks noChangeShapeType="1"/>
            </p:cNvSpPr>
            <p:nvPr/>
          </p:nvSpPr>
          <p:spPr bwMode="auto">
            <a:xfrm>
              <a:off x="1286" y="1344"/>
              <a:ext cx="0" cy="288"/>
            </a:xfrm>
            <a:prstGeom prst="line">
              <a:avLst/>
            </a:prstGeom>
            <a:noFill/>
            <a:ln w="28575">
              <a:solidFill>
                <a:schemeClr val="tx1"/>
              </a:solidFill>
              <a:round/>
              <a:headEnd/>
              <a:tailEnd/>
            </a:ln>
          </p:spPr>
          <p:txBody>
            <a:bodyPr/>
            <a:lstStyle/>
            <a:p>
              <a:endParaRPr lang="en-US"/>
            </a:p>
          </p:txBody>
        </p:sp>
        <p:sp>
          <p:nvSpPr>
            <p:cNvPr id="47145" name="Line 41"/>
            <p:cNvSpPr>
              <a:spLocks noChangeShapeType="1"/>
            </p:cNvSpPr>
            <p:nvPr/>
          </p:nvSpPr>
          <p:spPr bwMode="auto">
            <a:xfrm flipH="1">
              <a:off x="1056" y="1632"/>
              <a:ext cx="230" cy="173"/>
            </a:xfrm>
            <a:prstGeom prst="line">
              <a:avLst/>
            </a:prstGeom>
            <a:noFill/>
            <a:ln w="28575">
              <a:solidFill>
                <a:schemeClr val="tx1"/>
              </a:solidFill>
              <a:round/>
              <a:headEnd/>
              <a:tailEnd/>
            </a:ln>
          </p:spPr>
          <p:txBody>
            <a:bodyPr/>
            <a:lstStyle/>
            <a:p>
              <a:endParaRPr lang="en-US"/>
            </a:p>
          </p:txBody>
        </p:sp>
        <p:sp>
          <p:nvSpPr>
            <p:cNvPr id="47146" name="Line 42"/>
            <p:cNvSpPr>
              <a:spLocks noChangeShapeType="1"/>
            </p:cNvSpPr>
            <p:nvPr/>
          </p:nvSpPr>
          <p:spPr bwMode="auto">
            <a:xfrm flipH="1" flipV="1">
              <a:off x="1286" y="1632"/>
              <a:ext cx="231" cy="173"/>
            </a:xfrm>
            <a:prstGeom prst="line">
              <a:avLst/>
            </a:prstGeom>
            <a:noFill/>
            <a:ln w="9525">
              <a:solidFill>
                <a:schemeClr val="tx1"/>
              </a:solidFill>
              <a:round/>
              <a:headEnd/>
              <a:tailEnd/>
            </a:ln>
          </p:spPr>
          <p:txBody>
            <a:bodyPr/>
            <a:lstStyle/>
            <a:p>
              <a:endParaRPr lang="en-US"/>
            </a:p>
          </p:txBody>
        </p:sp>
        <p:sp>
          <p:nvSpPr>
            <p:cNvPr id="47147" name="Line 43"/>
            <p:cNvSpPr>
              <a:spLocks noChangeShapeType="1"/>
            </p:cNvSpPr>
            <p:nvPr/>
          </p:nvSpPr>
          <p:spPr bwMode="auto">
            <a:xfrm>
              <a:off x="2669" y="1344"/>
              <a:ext cx="0" cy="288"/>
            </a:xfrm>
            <a:prstGeom prst="line">
              <a:avLst/>
            </a:prstGeom>
            <a:noFill/>
            <a:ln w="9525">
              <a:solidFill>
                <a:schemeClr val="tx1"/>
              </a:solidFill>
              <a:round/>
              <a:headEnd/>
              <a:tailEnd/>
            </a:ln>
          </p:spPr>
          <p:txBody>
            <a:bodyPr/>
            <a:lstStyle/>
            <a:p>
              <a:endParaRPr lang="en-US"/>
            </a:p>
          </p:txBody>
        </p:sp>
        <p:sp>
          <p:nvSpPr>
            <p:cNvPr id="47148" name="Line 44"/>
            <p:cNvSpPr>
              <a:spLocks noChangeShapeType="1"/>
            </p:cNvSpPr>
            <p:nvPr/>
          </p:nvSpPr>
          <p:spPr bwMode="auto">
            <a:xfrm flipH="1">
              <a:off x="2438" y="1632"/>
              <a:ext cx="231" cy="173"/>
            </a:xfrm>
            <a:prstGeom prst="line">
              <a:avLst/>
            </a:prstGeom>
            <a:noFill/>
            <a:ln w="9525">
              <a:solidFill>
                <a:schemeClr val="tx1"/>
              </a:solidFill>
              <a:round/>
              <a:headEnd/>
              <a:tailEnd/>
            </a:ln>
          </p:spPr>
          <p:txBody>
            <a:bodyPr/>
            <a:lstStyle/>
            <a:p>
              <a:endParaRPr lang="en-US"/>
            </a:p>
          </p:txBody>
        </p:sp>
        <p:sp>
          <p:nvSpPr>
            <p:cNvPr id="47149" name="Line 45"/>
            <p:cNvSpPr>
              <a:spLocks noChangeShapeType="1"/>
            </p:cNvSpPr>
            <p:nvPr/>
          </p:nvSpPr>
          <p:spPr bwMode="auto">
            <a:xfrm flipH="1" flipV="1">
              <a:off x="2669" y="1632"/>
              <a:ext cx="230" cy="173"/>
            </a:xfrm>
            <a:prstGeom prst="line">
              <a:avLst/>
            </a:prstGeom>
            <a:noFill/>
            <a:ln w="9525">
              <a:solidFill>
                <a:schemeClr val="tx1"/>
              </a:solidFill>
              <a:round/>
              <a:headEnd/>
              <a:tailEnd/>
            </a:ln>
          </p:spPr>
          <p:txBody>
            <a:bodyPr/>
            <a:lstStyle/>
            <a:p>
              <a:endParaRPr lang="en-US"/>
            </a:p>
          </p:txBody>
        </p:sp>
        <p:sp>
          <p:nvSpPr>
            <p:cNvPr id="47150" name="Line 46"/>
            <p:cNvSpPr>
              <a:spLocks noChangeShapeType="1"/>
            </p:cNvSpPr>
            <p:nvPr/>
          </p:nvSpPr>
          <p:spPr bwMode="auto">
            <a:xfrm flipH="1">
              <a:off x="2438" y="711"/>
              <a:ext cx="231" cy="173"/>
            </a:xfrm>
            <a:prstGeom prst="line">
              <a:avLst/>
            </a:prstGeom>
            <a:noFill/>
            <a:ln w="28575">
              <a:solidFill>
                <a:schemeClr val="tx1"/>
              </a:solidFill>
              <a:round/>
              <a:headEnd/>
              <a:tailEnd/>
            </a:ln>
          </p:spPr>
          <p:txBody>
            <a:bodyPr/>
            <a:lstStyle/>
            <a:p>
              <a:endParaRPr lang="en-US"/>
            </a:p>
          </p:txBody>
        </p:sp>
        <p:sp>
          <p:nvSpPr>
            <p:cNvPr id="47151" name="Line 47"/>
            <p:cNvSpPr>
              <a:spLocks noChangeShapeType="1"/>
            </p:cNvSpPr>
            <p:nvPr/>
          </p:nvSpPr>
          <p:spPr bwMode="auto">
            <a:xfrm>
              <a:off x="2899" y="884"/>
              <a:ext cx="0" cy="288"/>
            </a:xfrm>
            <a:prstGeom prst="line">
              <a:avLst/>
            </a:prstGeom>
            <a:noFill/>
            <a:ln w="9525">
              <a:solidFill>
                <a:schemeClr val="tx1"/>
              </a:solidFill>
              <a:round/>
              <a:headEnd/>
              <a:tailEnd/>
            </a:ln>
          </p:spPr>
          <p:txBody>
            <a:bodyPr/>
            <a:lstStyle/>
            <a:p>
              <a:endParaRPr lang="en-US"/>
            </a:p>
          </p:txBody>
        </p:sp>
        <p:sp>
          <p:nvSpPr>
            <p:cNvPr id="47152" name="Line 48"/>
            <p:cNvSpPr>
              <a:spLocks noChangeShapeType="1"/>
            </p:cNvSpPr>
            <p:nvPr/>
          </p:nvSpPr>
          <p:spPr bwMode="auto">
            <a:xfrm flipH="1">
              <a:off x="2669" y="1172"/>
              <a:ext cx="230" cy="172"/>
            </a:xfrm>
            <a:prstGeom prst="line">
              <a:avLst/>
            </a:prstGeom>
            <a:noFill/>
            <a:ln w="9525">
              <a:solidFill>
                <a:schemeClr val="tx1"/>
              </a:solidFill>
              <a:round/>
              <a:headEnd/>
              <a:tailEnd/>
            </a:ln>
          </p:spPr>
          <p:txBody>
            <a:bodyPr/>
            <a:lstStyle/>
            <a:p>
              <a:endParaRPr lang="en-US"/>
            </a:p>
          </p:txBody>
        </p:sp>
        <p:sp>
          <p:nvSpPr>
            <p:cNvPr id="47153" name="Line 49"/>
            <p:cNvSpPr>
              <a:spLocks noChangeShapeType="1"/>
            </p:cNvSpPr>
            <p:nvPr/>
          </p:nvSpPr>
          <p:spPr bwMode="auto">
            <a:xfrm flipH="1" flipV="1">
              <a:off x="2899" y="1172"/>
              <a:ext cx="230" cy="172"/>
            </a:xfrm>
            <a:prstGeom prst="line">
              <a:avLst/>
            </a:prstGeom>
            <a:noFill/>
            <a:ln w="9525">
              <a:solidFill>
                <a:schemeClr val="tx1"/>
              </a:solidFill>
              <a:round/>
              <a:headEnd/>
              <a:tailEnd/>
            </a:ln>
          </p:spPr>
          <p:txBody>
            <a:bodyPr/>
            <a:lstStyle/>
            <a:p>
              <a:endParaRPr lang="en-US"/>
            </a:p>
          </p:txBody>
        </p:sp>
        <p:sp>
          <p:nvSpPr>
            <p:cNvPr id="47154" name="Line 50"/>
            <p:cNvSpPr>
              <a:spLocks noChangeShapeType="1"/>
            </p:cNvSpPr>
            <p:nvPr/>
          </p:nvSpPr>
          <p:spPr bwMode="auto">
            <a:xfrm flipH="1" flipV="1">
              <a:off x="2669" y="711"/>
              <a:ext cx="230" cy="173"/>
            </a:xfrm>
            <a:prstGeom prst="line">
              <a:avLst/>
            </a:prstGeom>
            <a:noFill/>
            <a:ln w="28575">
              <a:solidFill>
                <a:schemeClr val="tx1"/>
              </a:solidFill>
              <a:round/>
              <a:headEnd/>
              <a:tailEnd/>
            </a:ln>
          </p:spPr>
          <p:txBody>
            <a:bodyPr/>
            <a:lstStyle/>
            <a:p>
              <a:endParaRPr lang="en-US"/>
            </a:p>
          </p:txBody>
        </p:sp>
        <p:sp>
          <p:nvSpPr>
            <p:cNvPr id="47155" name="Line 51"/>
            <p:cNvSpPr>
              <a:spLocks noChangeShapeType="1"/>
            </p:cNvSpPr>
            <p:nvPr/>
          </p:nvSpPr>
          <p:spPr bwMode="auto">
            <a:xfrm flipH="1">
              <a:off x="2899" y="711"/>
              <a:ext cx="230" cy="173"/>
            </a:xfrm>
            <a:prstGeom prst="line">
              <a:avLst/>
            </a:prstGeom>
            <a:noFill/>
            <a:ln w="28575">
              <a:solidFill>
                <a:schemeClr val="tx1"/>
              </a:solidFill>
              <a:round/>
              <a:headEnd/>
              <a:tailEnd/>
            </a:ln>
          </p:spPr>
          <p:txBody>
            <a:bodyPr/>
            <a:lstStyle/>
            <a:p>
              <a:endParaRPr lang="en-US"/>
            </a:p>
          </p:txBody>
        </p:sp>
        <p:sp>
          <p:nvSpPr>
            <p:cNvPr id="47156" name="Line 52"/>
            <p:cNvSpPr>
              <a:spLocks noChangeShapeType="1"/>
            </p:cNvSpPr>
            <p:nvPr/>
          </p:nvSpPr>
          <p:spPr bwMode="auto">
            <a:xfrm>
              <a:off x="3129" y="1344"/>
              <a:ext cx="0" cy="288"/>
            </a:xfrm>
            <a:prstGeom prst="line">
              <a:avLst/>
            </a:prstGeom>
            <a:noFill/>
            <a:ln w="9525">
              <a:solidFill>
                <a:schemeClr val="tx1"/>
              </a:solidFill>
              <a:round/>
              <a:headEnd/>
              <a:tailEnd/>
            </a:ln>
          </p:spPr>
          <p:txBody>
            <a:bodyPr/>
            <a:lstStyle/>
            <a:p>
              <a:endParaRPr lang="en-US"/>
            </a:p>
          </p:txBody>
        </p:sp>
        <p:sp>
          <p:nvSpPr>
            <p:cNvPr id="47157" name="Line 53"/>
            <p:cNvSpPr>
              <a:spLocks noChangeShapeType="1"/>
            </p:cNvSpPr>
            <p:nvPr/>
          </p:nvSpPr>
          <p:spPr bwMode="auto">
            <a:xfrm flipH="1">
              <a:off x="2899" y="1632"/>
              <a:ext cx="230" cy="173"/>
            </a:xfrm>
            <a:prstGeom prst="line">
              <a:avLst/>
            </a:prstGeom>
            <a:noFill/>
            <a:ln w="9525">
              <a:solidFill>
                <a:schemeClr val="tx1"/>
              </a:solidFill>
              <a:round/>
              <a:headEnd/>
              <a:tailEnd/>
            </a:ln>
          </p:spPr>
          <p:txBody>
            <a:bodyPr/>
            <a:lstStyle/>
            <a:p>
              <a:endParaRPr lang="en-US"/>
            </a:p>
          </p:txBody>
        </p:sp>
        <p:sp>
          <p:nvSpPr>
            <p:cNvPr id="47158" name="Line 54"/>
            <p:cNvSpPr>
              <a:spLocks noChangeShapeType="1"/>
            </p:cNvSpPr>
            <p:nvPr/>
          </p:nvSpPr>
          <p:spPr bwMode="auto">
            <a:xfrm flipH="1" flipV="1">
              <a:off x="3129" y="1632"/>
              <a:ext cx="231" cy="173"/>
            </a:xfrm>
            <a:prstGeom prst="line">
              <a:avLst/>
            </a:prstGeom>
            <a:noFill/>
            <a:ln w="9525">
              <a:solidFill>
                <a:schemeClr val="tx1"/>
              </a:solidFill>
              <a:round/>
              <a:headEnd/>
              <a:tailEnd/>
            </a:ln>
          </p:spPr>
          <p:txBody>
            <a:bodyPr/>
            <a:lstStyle/>
            <a:p>
              <a:endParaRPr lang="en-US"/>
            </a:p>
          </p:txBody>
        </p:sp>
        <p:sp>
          <p:nvSpPr>
            <p:cNvPr id="47159" name="Line 55"/>
            <p:cNvSpPr>
              <a:spLocks noChangeShapeType="1"/>
            </p:cNvSpPr>
            <p:nvPr/>
          </p:nvSpPr>
          <p:spPr bwMode="auto">
            <a:xfrm>
              <a:off x="2899" y="1805"/>
              <a:ext cx="0" cy="288"/>
            </a:xfrm>
            <a:prstGeom prst="line">
              <a:avLst/>
            </a:prstGeom>
            <a:noFill/>
            <a:ln w="9525">
              <a:solidFill>
                <a:schemeClr val="tx1"/>
              </a:solidFill>
              <a:round/>
              <a:headEnd/>
              <a:tailEnd/>
            </a:ln>
          </p:spPr>
          <p:txBody>
            <a:bodyPr/>
            <a:lstStyle/>
            <a:p>
              <a:endParaRPr lang="en-US"/>
            </a:p>
          </p:txBody>
        </p:sp>
        <p:sp>
          <p:nvSpPr>
            <p:cNvPr id="47160" name="Line 56"/>
            <p:cNvSpPr>
              <a:spLocks noChangeShapeType="1"/>
            </p:cNvSpPr>
            <p:nvPr/>
          </p:nvSpPr>
          <p:spPr bwMode="auto">
            <a:xfrm flipH="1">
              <a:off x="2669" y="2093"/>
              <a:ext cx="230" cy="173"/>
            </a:xfrm>
            <a:prstGeom prst="line">
              <a:avLst/>
            </a:prstGeom>
            <a:noFill/>
            <a:ln w="9525">
              <a:solidFill>
                <a:schemeClr val="tx1"/>
              </a:solidFill>
              <a:round/>
              <a:headEnd/>
              <a:tailEnd/>
            </a:ln>
          </p:spPr>
          <p:txBody>
            <a:bodyPr/>
            <a:lstStyle/>
            <a:p>
              <a:endParaRPr lang="en-US"/>
            </a:p>
          </p:txBody>
        </p:sp>
        <p:sp>
          <p:nvSpPr>
            <p:cNvPr id="47161" name="Line 57"/>
            <p:cNvSpPr>
              <a:spLocks noChangeShapeType="1"/>
            </p:cNvSpPr>
            <p:nvPr/>
          </p:nvSpPr>
          <p:spPr bwMode="auto">
            <a:xfrm flipH="1" flipV="1">
              <a:off x="2899" y="2093"/>
              <a:ext cx="230" cy="173"/>
            </a:xfrm>
            <a:prstGeom prst="line">
              <a:avLst/>
            </a:prstGeom>
            <a:noFill/>
            <a:ln w="9525">
              <a:solidFill>
                <a:schemeClr val="tx1"/>
              </a:solidFill>
              <a:round/>
              <a:headEnd/>
              <a:tailEnd/>
            </a:ln>
          </p:spPr>
          <p:txBody>
            <a:bodyPr/>
            <a:lstStyle/>
            <a:p>
              <a:endParaRPr lang="en-US"/>
            </a:p>
          </p:txBody>
        </p:sp>
        <p:sp>
          <p:nvSpPr>
            <p:cNvPr id="47162" name="Line 58"/>
            <p:cNvSpPr>
              <a:spLocks noChangeShapeType="1"/>
            </p:cNvSpPr>
            <p:nvPr/>
          </p:nvSpPr>
          <p:spPr bwMode="auto">
            <a:xfrm>
              <a:off x="3360" y="1805"/>
              <a:ext cx="0" cy="288"/>
            </a:xfrm>
            <a:prstGeom prst="line">
              <a:avLst/>
            </a:prstGeom>
            <a:noFill/>
            <a:ln w="28575">
              <a:solidFill>
                <a:srgbClr val="FF3300"/>
              </a:solidFill>
              <a:round/>
              <a:headEnd/>
              <a:tailEnd/>
            </a:ln>
          </p:spPr>
          <p:txBody>
            <a:bodyPr/>
            <a:lstStyle/>
            <a:p>
              <a:endParaRPr lang="en-US"/>
            </a:p>
          </p:txBody>
        </p:sp>
        <p:sp>
          <p:nvSpPr>
            <p:cNvPr id="47163" name="Line 59"/>
            <p:cNvSpPr>
              <a:spLocks noChangeShapeType="1"/>
            </p:cNvSpPr>
            <p:nvPr/>
          </p:nvSpPr>
          <p:spPr bwMode="auto">
            <a:xfrm flipH="1">
              <a:off x="3129" y="2093"/>
              <a:ext cx="231" cy="173"/>
            </a:xfrm>
            <a:prstGeom prst="line">
              <a:avLst/>
            </a:prstGeom>
            <a:noFill/>
            <a:ln w="9525">
              <a:solidFill>
                <a:schemeClr val="tx1"/>
              </a:solidFill>
              <a:round/>
              <a:headEnd/>
              <a:tailEnd/>
            </a:ln>
          </p:spPr>
          <p:txBody>
            <a:bodyPr/>
            <a:lstStyle/>
            <a:p>
              <a:endParaRPr lang="en-US"/>
            </a:p>
          </p:txBody>
        </p:sp>
        <p:sp>
          <p:nvSpPr>
            <p:cNvPr id="47164" name="Line 60"/>
            <p:cNvSpPr>
              <a:spLocks noChangeShapeType="1"/>
            </p:cNvSpPr>
            <p:nvPr/>
          </p:nvSpPr>
          <p:spPr bwMode="auto">
            <a:xfrm flipH="1" flipV="1">
              <a:off x="3360" y="1172"/>
              <a:ext cx="230" cy="172"/>
            </a:xfrm>
            <a:prstGeom prst="line">
              <a:avLst/>
            </a:prstGeom>
            <a:noFill/>
            <a:ln w="28575">
              <a:solidFill>
                <a:schemeClr val="tx1"/>
              </a:solidFill>
              <a:round/>
              <a:headEnd/>
              <a:tailEnd/>
            </a:ln>
          </p:spPr>
          <p:txBody>
            <a:bodyPr/>
            <a:lstStyle/>
            <a:p>
              <a:endParaRPr lang="en-US"/>
            </a:p>
          </p:txBody>
        </p:sp>
        <p:sp>
          <p:nvSpPr>
            <p:cNvPr id="47165" name="Line 61"/>
            <p:cNvSpPr>
              <a:spLocks noChangeShapeType="1"/>
            </p:cNvSpPr>
            <p:nvPr/>
          </p:nvSpPr>
          <p:spPr bwMode="auto">
            <a:xfrm>
              <a:off x="3590" y="1344"/>
              <a:ext cx="0" cy="288"/>
            </a:xfrm>
            <a:prstGeom prst="line">
              <a:avLst/>
            </a:prstGeom>
            <a:noFill/>
            <a:ln w="28575">
              <a:solidFill>
                <a:schemeClr val="tx1"/>
              </a:solidFill>
              <a:round/>
              <a:headEnd/>
              <a:tailEnd/>
            </a:ln>
          </p:spPr>
          <p:txBody>
            <a:bodyPr/>
            <a:lstStyle/>
            <a:p>
              <a:endParaRPr lang="en-US"/>
            </a:p>
          </p:txBody>
        </p:sp>
        <p:sp>
          <p:nvSpPr>
            <p:cNvPr id="47166" name="Line 62"/>
            <p:cNvSpPr>
              <a:spLocks noChangeShapeType="1"/>
            </p:cNvSpPr>
            <p:nvPr/>
          </p:nvSpPr>
          <p:spPr bwMode="auto">
            <a:xfrm flipH="1">
              <a:off x="3360" y="1632"/>
              <a:ext cx="230" cy="173"/>
            </a:xfrm>
            <a:prstGeom prst="line">
              <a:avLst/>
            </a:prstGeom>
            <a:noFill/>
            <a:ln w="28575">
              <a:solidFill>
                <a:srgbClr val="FF3300"/>
              </a:solidFill>
              <a:round/>
              <a:headEnd/>
              <a:tailEnd/>
            </a:ln>
          </p:spPr>
          <p:txBody>
            <a:bodyPr/>
            <a:lstStyle/>
            <a:p>
              <a:endParaRPr lang="en-US"/>
            </a:p>
          </p:txBody>
        </p:sp>
        <p:sp>
          <p:nvSpPr>
            <p:cNvPr id="47167" name="Line 63"/>
            <p:cNvSpPr>
              <a:spLocks noChangeShapeType="1"/>
            </p:cNvSpPr>
            <p:nvPr/>
          </p:nvSpPr>
          <p:spPr bwMode="auto">
            <a:xfrm>
              <a:off x="2899" y="2727"/>
              <a:ext cx="0" cy="288"/>
            </a:xfrm>
            <a:prstGeom prst="line">
              <a:avLst/>
            </a:prstGeom>
            <a:noFill/>
            <a:ln w="9525">
              <a:solidFill>
                <a:schemeClr val="tx1"/>
              </a:solidFill>
              <a:round/>
              <a:headEnd/>
              <a:tailEnd/>
            </a:ln>
          </p:spPr>
          <p:txBody>
            <a:bodyPr/>
            <a:lstStyle/>
            <a:p>
              <a:endParaRPr lang="en-US"/>
            </a:p>
          </p:txBody>
        </p:sp>
        <p:sp>
          <p:nvSpPr>
            <p:cNvPr id="47168" name="Line 64"/>
            <p:cNvSpPr>
              <a:spLocks noChangeShapeType="1"/>
            </p:cNvSpPr>
            <p:nvPr/>
          </p:nvSpPr>
          <p:spPr bwMode="auto">
            <a:xfrm flipH="1">
              <a:off x="2669" y="3015"/>
              <a:ext cx="230" cy="172"/>
            </a:xfrm>
            <a:prstGeom prst="line">
              <a:avLst/>
            </a:prstGeom>
            <a:noFill/>
            <a:ln w="9525">
              <a:solidFill>
                <a:schemeClr val="tx1"/>
              </a:solidFill>
              <a:round/>
              <a:headEnd/>
              <a:tailEnd/>
            </a:ln>
          </p:spPr>
          <p:txBody>
            <a:bodyPr/>
            <a:lstStyle/>
            <a:p>
              <a:endParaRPr lang="en-US"/>
            </a:p>
          </p:txBody>
        </p:sp>
        <p:sp>
          <p:nvSpPr>
            <p:cNvPr id="47169" name="Line 65"/>
            <p:cNvSpPr>
              <a:spLocks noChangeShapeType="1"/>
            </p:cNvSpPr>
            <p:nvPr/>
          </p:nvSpPr>
          <p:spPr bwMode="auto">
            <a:xfrm flipH="1" flipV="1">
              <a:off x="2899" y="3015"/>
              <a:ext cx="230" cy="172"/>
            </a:xfrm>
            <a:prstGeom prst="line">
              <a:avLst/>
            </a:prstGeom>
            <a:noFill/>
            <a:ln w="9525">
              <a:solidFill>
                <a:schemeClr val="tx1"/>
              </a:solidFill>
              <a:round/>
              <a:headEnd/>
              <a:tailEnd/>
            </a:ln>
          </p:spPr>
          <p:txBody>
            <a:bodyPr/>
            <a:lstStyle/>
            <a:p>
              <a:endParaRPr lang="en-US"/>
            </a:p>
          </p:txBody>
        </p:sp>
        <p:sp>
          <p:nvSpPr>
            <p:cNvPr id="47170" name="Line 66"/>
            <p:cNvSpPr>
              <a:spLocks noChangeShapeType="1"/>
            </p:cNvSpPr>
            <p:nvPr/>
          </p:nvSpPr>
          <p:spPr bwMode="auto">
            <a:xfrm>
              <a:off x="3360" y="2727"/>
              <a:ext cx="0" cy="288"/>
            </a:xfrm>
            <a:prstGeom prst="line">
              <a:avLst/>
            </a:prstGeom>
            <a:noFill/>
            <a:ln w="28575">
              <a:solidFill>
                <a:srgbClr val="FF3300"/>
              </a:solidFill>
              <a:round/>
              <a:headEnd/>
              <a:tailEnd/>
            </a:ln>
          </p:spPr>
          <p:txBody>
            <a:bodyPr/>
            <a:lstStyle/>
            <a:p>
              <a:endParaRPr lang="en-US"/>
            </a:p>
          </p:txBody>
        </p:sp>
        <p:sp>
          <p:nvSpPr>
            <p:cNvPr id="47171" name="Line 67"/>
            <p:cNvSpPr>
              <a:spLocks noChangeShapeType="1"/>
            </p:cNvSpPr>
            <p:nvPr/>
          </p:nvSpPr>
          <p:spPr bwMode="auto">
            <a:xfrm flipH="1">
              <a:off x="3129" y="3015"/>
              <a:ext cx="231" cy="172"/>
            </a:xfrm>
            <a:prstGeom prst="line">
              <a:avLst/>
            </a:prstGeom>
            <a:noFill/>
            <a:ln w="28575">
              <a:solidFill>
                <a:schemeClr val="tx1"/>
              </a:solidFill>
              <a:round/>
              <a:headEnd/>
              <a:tailEnd/>
            </a:ln>
          </p:spPr>
          <p:txBody>
            <a:bodyPr/>
            <a:lstStyle/>
            <a:p>
              <a:endParaRPr lang="en-US"/>
            </a:p>
          </p:txBody>
        </p:sp>
        <p:sp>
          <p:nvSpPr>
            <p:cNvPr id="47172" name="Line 68"/>
            <p:cNvSpPr>
              <a:spLocks noChangeShapeType="1"/>
            </p:cNvSpPr>
            <p:nvPr/>
          </p:nvSpPr>
          <p:spPr bwMode="auto">
            <a:xfrm>
              <a:off x="1977" y="2727"/>
              <a:ext cx="0" cy="288"/>
            </a:xfrm>
            <a:prstGeom prst="line">
              <a:avLst/>
            </a:prstGeom>
            <a:noFill/>
            <a:ln w="28575">
              <a:solidFill>
                <a:schemeClr val="tx1"/>
              </a:solidFill>
              <a:round/>
              <a:headEnd/>
              <a:tailEnd/>
            </a:ln>
          </p:spPr>
          <p:txBody>
            <a:bodyPr/>
            <a:lstStyle/>
            <a:p>
              <a:endParaRPr lang="en-US"/>
            </a:p>
          </p:txBody>
        </p:sp>
        <p:sp>
          <p:nvSpPr>
            <p:cNvPr id="47173" name="Line 69"/>
            <p:cNvSpPr>
              <a:spLocks noChangeShapeType="1"/>
            </p:cNvSpPr>
            <p:nvPr/>
          </p:nvSpPr>
          <p:spPr bwMode="auto">
            <a:xfrm flipH="1" flipV="1">
              <a:off x="1977" y="3015"/>
              <a:ext cx="231" cy="172"/>
            </a:xfrm>
            <a:prstGeom prst="line">
              <a:avLst/>
            </a:prstGeom>
            <a:noFill/>
            <a:ln w="28575">
              <a:solidFill>
                <a:schemeClr val="tx1"/>
              </a:solidFill>
              <a:round/>
              <a:headEnd/>
              <a:tailEnd/>
            </a:ln>
          </p:spPr>
          <p:txBody>
            <a:bodyPr/>
            <a:lstStyle/>
            <a:p>
              <a:endParaRPr lang="en-US"/>
            </a:p>
          </p:txBody>
        </p:sp>
        <p:sp>
          <p:nvSpPr>
            <p:cNvPr id="47174" name="Line 70"/>
            <p:cNvSpPr>
              <a:spLocks noChangeShapeType="1"/>
            </p:cNvSpPr>
            <p:nvPr/>
          </p:nvSpPr>
          <p:spPr bwMode="auto">
            <a:xfrm>
              <a:off x="2438" y="2727"/>
              <a:ext cx="0" cy="288"/>
            </a:xfrm>
            <a:prstGeom prst="line">
              <a:avLst/>
            </a:prstGeom>
            <a:noFill/>
            <a:ln w="9525">
              <a:solidFill>
                <a:schemeClr val="tx1"/>
              </a:solidFill>
              <a:round/>
              <a:headEnd/>
              <a:tailEnd/>
            </a:ln>
          </p:spPr>
          <p:txBody>
            <a:bodyPr/>
            <a:lstStyle/>
            <a:p>
              <a:endParaRPr lang="en-US"/>
            </a:p>
          </p:txBody>
        </p:sp>
        <p:sp>
          <p:nvSpPr>
            <p:cNvPr id="47175" name="Line 71"/>
            <p:cNvSpPr>
              <a:spLocks noChangeShapeType="1"/>
            </p:cNvSpPr>
            <p:nvPr/>
          </p:nvSpPr>
          <p:spPr bwMode="auto">
            <a:xfrm flipH="1">
              <a:off x="2208" y="3015"/>
              <a:ext cx="230" cy="172"/>
            </a:xfrm>
            <a:prstGeom prst="line">
              <a:avLst/>
            </a:prstGeom>
            <a:noFill/>
            <a:ln w="9525">
              <a:solidFill>
                <a:schemeClr val="tx1"/>
              </a:solidFill>
              <a:round/>
              <a:headEnd/>
              <a:tailEnd/>
            </a:ln>
          </p:spPr>
          <p:txBody>
            <a:bodyPr/>
            <a:lstStyle/>
            <a:p>
              <a:endParaRPr lang="en-US"/>
            </a:p>
          </p:txBody>
        </p:sp>
        <p:sp>
          <p:nvSpPr>
            <p:cNvPr id="47176" name="Line 72"/>
            <p:cNvSpPr>
              <a:spLocks noChangeShapeType="1"/>
            </p:cNvSpPr>
            <p:nvPr/>
          </p:nvSpPr>
          <p:spPr bwMode="auto">
            <a:xfrm flipH="1" flipV="1">
              <a:off x="2438" y="3015"/>
              <a:ext cx="231" cy="172"/>
            </a:xfrm>
            <a:prstGeom prst="line">
              <a:avLst/>
            </a:prstGeom>
            <a:noFill/>
            <a:ln w="9525">
              <a:solidFill>
                <a:schemeClr val="tx1"/>
              </a:solidFill>
              <a:round/>
              <a:headEnd/>
              <a:tailEnd/>
            </a:ln>
          </p:spPr>
          <p:txBody>
            <a:bodyPr/>
            <a:lstStyle/>
            <a:p>
              <a:endParaRPr lang="en-US"/>
            </a:p>
          </p:txBody>
        </p:sp>
        <p:sp>
          <p:nvSpPr>
            <p:cNvPr id="47177" name="Line 73"/>
            <p:cNvSpPr>
              <a:spLocks noChangeShapeType="1"/>
            </p:cNvSpPr>
            <p:nvPr/>
          </p:nvSpPr>
          <p:spPr bwMode="auto">
            <a:xfrm>
              <a:off x="2669" y="3187"/>
              <a:ext cx="0" cy="288"/>
            </a:xfrm>
            <a:prstGeom prst="line">
              <a:avLst/>
            </a:prstGeom>
            <a:noFill/>
            <a:ln w="9525">
              <a:solidFill>
                <a:schemeClr val="tx1"/>
              </a:solidFill>
              <a:round/>
              <a:headEnd/>
              <a:tailEnd/>
            </a:ln>
          </p:spPr>
          <p:txBody>
            <a:bodyPr/>
            <a:lstStyle/>
            <a:p>
              <a:endParaRPr lang="en-US"/>
            </a:p>
          </p:txBody>
        </p:sp>
        <p:sp>
          <p:nvSpPr>
            <p:cNvPr id="47178" name="Line 74"/>
            <p:cNvSpPr>
              <a:spLocks noChangeShapeType="1"/>
            </p:cNvSpPr>
            <p:nvPr/>
          </p:nvSpPr>
          <p:spPr bwMode="auto">
            <a:xfrm flipH="1">
              <a:off x="2438" y="3475"/>
              <a:ext cx="231" cy="173"/>
            </a:xfrm>
            <a:prstGeom prst="line">
              <a:avLst/>
            </a:prstGeom>
            <a:noFill/>
            <a:ln w="28575">
              <a:solidFill>
                <a:schemeClr val="tx1"/>
              </a:solidFill>
              <a:round/>
              <a:headEnd/>
              <a:tailEnd/>
            </a:ln>
          </p:spPr>
          <p:txBody>
            <a:bodyPr/>
            <a:lstStyle/>
            <a:p>
              <a:endParaRPr lang="en-US"/>
            </a:p>
          </p:txBody>
        </p:sp>
        <p:sp>
          <p:nvSpPr>
            <p:cNvPr id="47179" name="Line 75"/>
            <p:cNvSpPr>
              <a:spLocks noChangeShapeType="1"/>
            </p:cNvSpPr>
            <p:nvPr/>
          </p:nvSpPr>
          <p:spPr bwMode="auto">
            <a:xfrm flipH="1" flipV="1">
              <a:off x="2669" y="3475"/>
              <a:ext cx="230" cy="173"/>
            </a:xfrm>
            <a:prstGeom prst="line">
              <a:avLst/>
            </a:prstGeom>
            <a:noFill/>
            <a:ln w="28575">
              <a:solidFill>
                <a:schemeClr val="tx1"/>
              </a:solidFill>
              <a:round/>
              <a:headEnd/>
              <a:tailEnd/>
            </a:ln>
          </p:spPr>
          <p:txBody>
            <a:bodyPr/>
            <a:lstStyle/>
            <a:p>
              <a:endParaRPr lang="en-US"/>
            </a:p>
          </p:txBody>
        </p:sp>
        <p:sp>
          <p:nvSpPr>
            <p:cNvPr id="47180" name="Line 76"/>
            <p:cNvSpPr>
              <a:spLocks noChangeShapeType="1"/>
            </p:cNvSpPr>
            <p:nvPr/>
          </p:nvSpPr>
          <p:spPr bwMode="auto">
            <a:xfrm>
              <a:off x="3129" y="3187"/>
              <a:ext cx="0" cy="288"/>
            </a:xfrm>
            <a:prstGeom prst="line">
              <a:avLst/>
            </a:prstGeom>
            <a:noFill/>
            <a:ln w="28575">
              <a:solidFill>
                <a:schemeClr val="tx1"/>
              </a:solidFill>
              <a:round/>
              <a:headEnd/>
              <a:tailEnd/>
            </a:ln>
          </p:spPr>
          <p:txBody>
            <a:bodyPr/>
            <a:lstStyle/>
            <a:p>
              <a:endParaRPr lang="en-US"/>
            </a:p>
          </p:txBody>
        </p:sp>
        <p:sp>
          <p:nvSpPr>
            <p:cNvPr id="47181" name="Line 77"/>
            <p:cNvSpPr>
              <a:spLocks noChangeShapeType="1"/>
            </p:cNvSpPr>
            <p:nvPr/>
          </p:nvSpPr>
          <p:spPr bwMode="auto">
            <a:xfrm flipH="1">
              <a:off x="2899" y="3475"/>
              <a:ext cx="230" cy="173"/>
            </a:xfrm>
            <a:prstGeom prst="line">
              <a:avLst/>
            </a:prstGeom>
            <a:noFill/>
            <a:ln w="28575">
              <a:solidFill>
                <a:schemeClr val="tx1"/>
              </a:solidFill>
              <a:round/>
              <a:headEnd/>
              <a:tailEnd/>
            </a:ln>
          </p:spPr>
          <p:txBody>
            <a:bodyPr/>
            <a:lstStyle/>
            <a:p>
              <a:endParaRPr lang="en-US"/>
            </a:p>
          </p:txBody>
        </p:sp>
        <p:sp>
          <p:nvSpPr>
            <p:cNvPr id="47182" name="Line 78"/>
            <p:cNvSpPr>
              <a:spLocks noChangeShapeType="1"/>
            </p:cNvSpPr>
            <p:nvPr/>
          </p:nvSpPr>
          <p:spPr bwMode="auto">
            <a:xfrm>
              <a:off x="2208" y="3187"/>
              <a:ext cx="0" cy="288"/>
            </a:xfrm>
            <a:prstGeom prst="line">
              <a:avLst/>
            </a:prstGeom>
            <a:noFill/>
            <a:ln w="28575">
              <a:solidFill>
                <a:schemeClr val="tx1"/>
              </a:solidFill>
              <a:round/>
              <a:headEnd/>
              <a:tailEnd/>
            </a:ln>
          </p:spPr>
          <p:txBody>
            <a:bodyPr/>
            <a:lstStyle/>
            <a:p>
              <a:endParaRPr lang="en-US"/>
            </a:p>
          </p:txBody>
        </p:sp>
        <p:sp>
          <p:nvSpPr>
            <p:cNvPr id="47183" name="Line 79"/>
            <p:cNvSpPr>
              <a:spLocks noChangeShapeType="1"/>
            </p:cNvSpPr>
            <p:nvPr/>
          </p:nvSpPr>
          <p:spPr bwMode="auto">
            <a:xfrm flipH="1" flipV="1">
              <a:off x="2208" y="3475"/>
              <a:ext cx="230" cy="173"/>
            </a:xfrm>
            <a:prstGeom prst="line">
              <a:avLst/>
            </a:prstGeom>
            <a:noFill/>
            <a:ln w="28575">
              <a:solidFill>
                <a:schemeClr val="tx1"/>
              </a:solidFill>
              <a:round/>
              <a:headEnd/>
              <a:tailEnd/>
            </a:ln>
          </p:spPr>
          <p:txBody>
            <a:bodyPr/>
            <a:lstStyle/>
            <a:p>
              <a:endParaRPr lang="en-US"/>
            </a:p>
          </p:txBody>
        </p:sp>
        <p:sp>
          <p:nvSpPr>
            <p:cNvPr id="47184" name="Line 80"/>
            <p:cNvSpPr>
              <a:spLocks noChangeShapeType="1"/>
            </p:cNvSpPr>
            <p:nvPr/>
          </p:nvSpPr>
          <p:spPr bwMode="auto">
            <a:xfrm flipH="1">
              <a:off x="2669" y="2093"/>
              <a:ext cx="230" cy="173"/>
            </a:xfrm>
            <a:prstGeom prst="line">
              <a:avLst/>
            </a:prstGeom>
            <a:noFill/>
            <a:ln w="28575">
              <a:solidFill>
                <a:srgbClr val="FF3300"/>
              </a:solidFill>
              <a:round/>
              <a:headEnd/>
              <a:tailEnd/>
            </a:ln>
          </p:spPr>
          <p:txBody>
            <a:bodyPr/>
            <a:lstStyle/>
            <a:p>
              <a:endParaRPr lang="en-US"/>
            </a:p>
          </p:txBody>
        </p:sp>
        <p:sp>
          <p:nvSpPr>
            <p:cNvPr id="47185" name="Line 81"/>
            <p:cNvSpPr>
              <a:spLocks noChangeShapeType="1"/>
            </p:cNvSpPr>
            <p:nvPr/>
          </p:nvSpPr>
          <p:spPr bwMode="auto">
            <a:xfrm flipH="1" flipV="1">
              <a:off x="2899" y="2093"/>
              <a:ext cx="230" cy="173"/>
            </a:xfrm>
            <a:prstGeom prst="line">
              <a:avLst/>
            </a:prstGeom>
            <a:noFill/>
            <a:ln w="28575">
              <a:solidFill>
                <a:srgbClr val="FF3300"/>
              </a:solidFill>
              <a:round/>
              <a:headEnd/>
              <a:tailEnd/>
            </a:ln>
          </p:spPr>
          <p:txBody>
            <a:bodyPr/>
            <a:lstStyle/>
            <a:p>
              <a:endParaRPr lang="en-US"/>
            </a:p>
          </p:txBody>
        </p:sp>
        <p:sp>
          <p:nvSpPr>
            <p:cNvPr id="47186" name="Line 82"/>
            <p:cNvSpPr>
              <a:spLocks noChangeShapeType="1"/>
            </p:cNvSpPr>
            <p:nvPr/>
          </p:nvSpPr>
          <p:spPr bwMode="auto">
            <a:xfrm flipH="1">
              <a:off x="3129" y="2093"/>
              <a:ext cx="231" cy="173"/>
            </a:xfrm>
            <a:prstGeom prst="line">
              <a:avLst/>
            </a:prstGeom>
            <a:noFill/>
            <a:ln w="28575">
              <a:solidFill>
                <a:srgbClr val="FF3300"/>
              </a:solidFill>
              <a:round/>
              <a:headEnd/>
              <a:tailEnd/>
            </a:ln>
          </p:spPr>
          <p:txBody>
            <a:bodyPr/>
            <a:lstStyle/>
            <a:p>
              <a:endParaRPr lang="en-US"/>
            </a:p>
          </p:txBody>
        </p:sp>
        <p:sp>
          <p:nvSpPr>
            <p:cNvPr id="47187" name="Line 83"/>
            <p:cNvSpPr>
              <a:spLocks noChangeShapeType="1"/>
            </p:cNvSpPr>
            <p:nvPr/>
          </p:nvSpPr>
          <p:spPr bwMode="auto">
            <a:xfrm flipH="1">
              <a:off x="2208" y="2093"/>
              <a:ext cx="230" cy="173"/>
            </a:xfrm>
            <a:prstGeom prst="line">
              <a:avLst/>
            </a:prstGeom>
            <a:noFill/>
            <a:ln w="28575">
              <a:solidFill>
                <a:srgbClr val="FF3300"/>
              </a:solidFill>
              <a:round/>
              <a:headEnd/>
              <a:tailEnd/>
            </a:ln>
          </p:spPr>
          <p:txBody>
            <a:bodyPr/>
            <a:lstStyle/>
            <a:p>
              <a:endParaRPr lang="en-US"/>
            </a:p>
          </p:txBody>
        </p:sp>
        <p:sp>
          <p:nvSpPr>
            <p:cNvPr id="47188" name="Line 84"/>
            <p:cNvSpPr>
              <a:spLocks noChangeShapeType="1"/>
            </p:cNvSpPr>
            <p:nvPr/>
          </p:nvSpPr>
          <p:spPr bwMode="auto">
            <a:xfrm flipH="1" flipV="1">
              <a:off x="2438" y="2093"/>
              <a:ext cx="231" cy="173"/>
            </a:xfrm>
            <a:prstGeom prst="line">
              <a:avLst/>
            </a:prstGeom>
            <a:noFill/>
            <a:ln w="28575">
              <a:solidFill>
                <a:srgbClr val="FF3300"/>
              </a:solidFill>
              <a:round/>
              <a:headEnd/>
              <a:tailEnd/>
            </a:ln>
          </p:spPr>
          <p:txBody>
            <a:bodyPr/>
            <a:lstStyle/>
            <a:p>
              <a:endParaRPr lang="en-US"/>
            </a:p>
          </p:txBody>
        </p:sp>
        <p:sp>
          <p:nvSpPr>
            <p:cNvPr id="47189" name="Line 85"/>
            <p:cNvSpPr>
              <a:spLocks noChangeShapeType="1"/>
            </p:cNvSpPr>
            <p:nvPr/>
          </p:nvSpPr>
          <p:spPr bwMode="auto">
            <a:xfrm>
              <a:off x="2669" y="2266"/>
              <a:ext cx="0" cy="288"/>
            </a:xfrm>
            <a:prstGeom prst="line">
              <a:avLst/>
            </a:prstGeom>
            <a:noFill/>
            <a:ln w="9525">
              <a:solidFill>
                <a:schemeClr val="tx1"/>
              </a:solidFill>
              <a:round/>
              <a:headEnd/>
              <a:tailEnd/>
            </a:ln>
          </p:spPr>
          <p:txBody>
            <a:bodyPr/>
            <a:lstStyle/>
            <a:p>
              <a:endParaRPr lang="en-US"/>
            </a:p>
          </p:txBody>
        </p:sp>
        <p:sp>
          <p:nvSpPr>
            <p:cNvPr id="47190" name="Line 86"/>
            <p:cNvSpPr>
              <a:spLocks noChangeShapeType="1"/>
            </p:cNvSpPr>
            <p:nvPr/>
          </p:nvSpPr>
          <p:spPr bwMode="auto">
            <a:xfrm flipH="1">
              <a:off x="2438" y="2554"/>
              <a:ext cx="231" cy="173"/>
            </a:xfrm>
            <a:prstGeom prst="line">
              <a:avLst/>
            </a:prstGeom>
            <a:noFill/>
            <a:ln w="9525">
              <a:solidFill>
                <a:schemeClr val="tx1"/>
              </a:solidFill>
              <a:round/>
              <a:headEnd/>
              <a:tailEnd/>
            </a:ln>
          </p:spPr>
          <p:txBody>
            <a:bodyPr/>
            <a:lstStyle/>
            <a:p>
              <a:endParaRPr lang="en-US"/>
            </a:p>
          </p:txBody>
        </p:sp>
        <p:sp>
          <p:nvSpPr>
            <p:cNvPr id="47191" name="Line 87"/>
            <p:cNvSpPr>
              <a:spLocks noChangeShapeType="1"/>
            </p:cNvSpPr>
            <p:nvPr/>
          </p:nvSpPr>
          <p:spPr bwMode="auto">
            <a:xfrm flipH="1" flipV="1">
              <a:off x="2669" y="2554"/>
              <a:ext cx="230" cy="173"/>
            </a:xfrm>
            <a:prstGeom prst="line">
              <a:avLst/>
            </a:prstGeom>
            <a:noFill/>
            <a:ln w="9525">
              <a:solidFill>
                <a:schemeClr val="tx1"/>
              </a:solidFill>
              <a:round/>
              <a:headEnd/>
              <a:tailEnd/>
            </a:ln>
          </p:spPr>
          <p:txBody>
            <a:bodyPr/>
            <a:lstStyle/>
            <a:p>
              <a:endParaRPr lang="en-US"/>
            </a:p>
          </p:txBody>
        </p:sp>
        <p:sp>
          <p:nvSpPr>
            <p:cNvPr id="47192" name="Line 88"/>
            <p:cNvSpPr>
              <a:spLocks noChangeShapeType="1"/>
            </p:cNvSpPr>
            <p:nvPr/>
          </p:nvSpPr>
          <p:spPr bwMode="auto">
            <a:xfrm>
              <a:off x="3129" y="2266"/>
              <a:ext cx="0" cy="288"/>
            </a:xfrm>
            <a:prstGeom prst="line">
              <a:avLst/>
            </a:prstGeom>
            <a:noFill/>
            <a:ln w="28575">
              <a:solidFill>
                <a:srgbClr val="FF3300"/>
              </a:solidFill>
              <a:round/>
              <a:headEnd/>
              <a:tailEnd/>
            </a:ln>
          </p:spPr>
          <p:txBody>
            <a:bodyPr/>
            <a:lstStyle/>
            <a:p>
              <a:endParaRPr lang="en-US"/>
            </a:p>
          </p:txBody>
        </p:sp>
        <p:sp>
          <p:nvSpPr>
            <p:cNvPr id="47193" name="Line 89"/>
            <p:cNvSpPr>
              <a:spLocks noChangeShapeType="1"/>
            </p:cNvSpPr>
            <p:nvPr/>
          </p:nvSpPr>
          <p:spPr bwMode="auto">
            <a:xfrm flipH="1">
              <a:off x="2899" y="2554"/>
              <a:ext cx="230" cy="173"/>
            </a:xfrm>
            <a:prstGeom prst="line">
              <a:avLst/>
            </a:prstGeom>
            <a:noFill/>
            <a:ln w="9525">
              <a:solidFill>
                <a:schemeClr val="tx1"/>
              </a:solidFill>
              <a:round/>
              <a:headEnd/>
              <a:tailEnd/>
            </a:ln>
          </p:spPr>
          <p:txBody>
            <a:bodyPr/>
            <a:lstStyle/>
            <a:p>
              <a:endParaRPr lang="en-US"/>
            </a:p>
          </p:txBody>
        </p:sp>
        <p:sp>
          <p:nvSpPr>
            <p:cNvPr id="47194" name="Line 90"/>
            <p:cNvSpPr>
              <a:spLocks noChangeShapeType="1"/>
            </p:cNvSpPr>
            <p:nvPr/>
          </p:nvSpPr>
          <p:spPr bwMode="auto">
            <a:xfrm flipH="1" flipV="1">
              <a:off x="3129" y="2554"/>
              <a:ext cx="231" cy="173"/>
            </a:xfrm>
            <a:prstGeom prst="line">
              <a:avLst/>
            </a:prstGeom>
            <a:noFill/>
            <a:ln w="28575">
              <a:solidFill>
                <a:srgbClr val="FF3300"/>
              </a:solidFill>
              <a:round/>
              <a:headEnd/>
              <a:tailEnd/>
            </a:ln>
          </p:spPr>
          <p:txBody>
            <a:bodyPr/>
            <a:lstStyle/>
            <a:p>
              <a:endParaRPr lang="en-US"/>
            </a:p>
          </p:txBody>
        </p:sp>
        <p:sp>
          <p:nvSpPr>
            <p:cNvPr id="47195" name="Line 91"/>
            <p:cNvSpPr>
              <a:spLocks noChangeShapeType="1"/>
            </p:cNvSpPr>
            <p:nvPr/>
          </p:nvSpPr>
          <p:spPr bwMode="auto">
            <a:xfrm>
              <a:off x="2208" y="2266"/>
              <a:ext cx="0" cy="288"/>
            </a:xfrm>
            <a:prstGeom prst="line">
              <a:avLst/>
            </a:prstGeom>
            <a:noFill/>
            <a:ln w="28575">
              <a:solidFill>
                <a:srgbClr val="FF3300"/>
              </a:solidFill>
              <a:round/>
              <a:headEnd/>
              <a:tailEnd/>
            </a:ln>
          </p:spPr>
          <p:txBody>
            <a:bodyPr/>
            <a:lstStyle/>
            <a:p>
              <a:endParaRPr lang="en-US"/>
            </a:p>
          </p:txBody>
        </p:sp>
        <p:sp>
          <p:nvSpPr>
            <p:cNvPr id="47196" name="Line 92"/>
            <p:cNvSpPr>
              <a:spLocks noChangeShapeType="1"/>
            </p:cNvSpPr>
            <p:nvPr/>
          </p:nvSpPr>
          <p:spPr bwMode="auto">
            <a:xfrm flipH="1">
              <a:off x="1977" y="2554"/>
              <a:ext cx="231" cy="173"/>
            </a:xfrm>
            <a:prstGeom prst="line">
              <a:avLst/>
            </a:prstGeom>
            <a:noFill/>
            <a:ln w="28575">
              <a:solidFill>
                <a:srgbClr val="FF3300"/>
              </a:solidFill>
              <a:round/>
              <a:headEnd/>
              <a:tailEnd/>
            </a:ln>
          </p:spPr>
          <p:txBody>
            <a:bodyPr/>
            <a:lstStyle/>
            <a:p>
              <a:endParaRPr lang="en-US"/>
            </a:p>
          </p:txBody>
        </p:sp>
        <p:sp>
          <p:nvSpPr>
            <p:cNvPr id="47197" name="Line 93"/>
            <p:cNvSpPr>
              <a:spLocks noChangeShapeType="1"/>
            </p:cNvSpPr>
            <p:nvPr/>
          </p:nvSpPr>
          <p:spPr bwMode="auto">
            <a:xfrm flipH="1" flipV="1">
              <a:off x="2208" y="2554"/>
              <a:ext cx="230" cy="173"/>
            </a:xfrm>
            <a:prstGeom prst="line">
              <a:avLst/>
            </a:prstGeom>
            <a:noFill/>
            <a:ln w="9525">
              <a:solidFill>
                <a:schemeClr val="tx1"/>
              </a:solidFill>
              <a:round/>
              <a:headEnd/>
              <a:tailEnd/>
            </a:ln>
          </p:spPr>
          <p:txBody>
            <a:bodyPr/>
            <a:lstStyle/>
            <a:p>
              <a:endParaRPr lang="en-US"/>
            </a:p>
          </p:txBody>
        </p:sp>
        <p:sp>
          <p:nvSpPr>
            <p:cNvPr id="47198" name="Line 94"/>
            <p:cNvSpPr>
              <a:spLocks noChangeShapeType="1"/>
            </p:cNvSpPr>
            <p:nvPr/>
          </p:nvSpPr>
          <p:spPr bwMode="auto">
            <a:xfrm flipH="1" flipV="1">
              <a:off x="3590" y="1623"/>
              <a:ext cx="231" cy="173"/>
            </a:xfrm>
            <a:prstGeom prst="line">
              <a:avLst/>
            </a:prstGeom>
            <a:noFill/>
            <a:ln w="28575">
              <a:solidFill>
                <a:schemeClr val="tx1"/>
              </a:solidFill>
              <a:round/>
              <a:headEnd/>
              <a:tailEnd/>
            </a:ln>
          </p:spPr>
          <p:txBody>
            <a:bodyPr/>
            <a:lstStyle/>
            <a:p>
              <a:endParaRPr lang="en-US"/>
            </a:p>
          </p:txBody>
        </p:sp>
        <p:sp>
          <p:nvSpPr>
            <p:cNvPr id="47199" name="Line 95"/>
            <p:cNvSpPr>
              <a:spLocks noChangeShapeType="1"/>
            </p:cNvSpPr>
            <p:nvPr/>
          </p:nvSpPr>
          <p:spPr bwMode="auto">
            <a:xfrm flipH="1">
              <a:off x="3821" y="1623"/>
              <a:ext cx="230" cy="173"/>
            </a:xfrm>
            <a:prstGeom prst="line">
              <a:avLst/>
            </a:prstGeom>
            <a:noFill/>
            <a:ln w="28575">
              <a:solidFill>
                <a:schemeClr val="tx1"/>
              </a:solidFill>
              <a:round/>
              <a:headEnd/>
              <a:tailEnd/>
            </a:ln>
          </p:spPr>
          <p:txBody>
            <a:bodyPr/>
            <a:lstStyle/>
            <a:p>
              <a:endParaRPr lang="en-US"/>
            </a:p>
          </p:txBody>
        </p:sp>
        <p:sp>
          <p:nvSpPr>
            <p:cNvPr id="47200" name="Line 96"/>
            <p:cNvSpPr>
              <a:spLocks noChangeShapeType="1"/>
            </p:cNvSpPr>
            <p:nvPr/>
          </p:nvSpPr>
          <p:spPr bwMode="auto">
            <a:xfrm flipH="1" flipV="1">
              <a:off x="4051" y="1623"/>
              <a:ext cx="230" cy="173"/>
            </a:xfrm>
            <a:prstGeom prst="line">
              <a:avLst/>
            </a:prstGeom>
            <a:noFill/>
            <a:ln w="28575">
              <a:solidFill>
                <a:schemeClr val="tx1"/>
              </a:solidFill>
              <a:round/>
              <a:headEnd/>
              <a:tailEnd/>
            </a:ln>
          </p:spPr>
          <p:txBody>
            <a:bodyPr/>
            <a:lstStyle/>
            <a:p>
              <a:endParaRPr lang="en-US"/>
            </a:p>
          </p:txBody>
        </p:sp>
        <p:sp>
          <p:nvSpPr>
            <p:cNvPr id="47201" name="Line 97"/>
            <p:cNvSpPr>
              <a:spLocks noChangeShapeType="1"/>
            </p:cNvSpPr>
            <p:nvPr/>
          </p:nvSpPr>
          <p:spPr bwMode="auto">
            <a:xfrm>
              <a:off x="4051" y="2257"/>
              <a:ext cx="0" cy="288"/>
            </a:xfrm>
            <a:prstGeom prst="line">
              <a:avLst/>
            </a:prstGeom>
            <a:noFill/>
            <a:ln w="9525">
              <a:solidFill>
                <a:schemeClr val="tx1"/>
              </a:solidFill>
              <a:round/>
              <a:headEnd/>
              <a:tailEnd/>
            </a:ln>
          </p:spPr>
          <p:txBody>
            <a:bodyPr/>
            <a:lstStyle/>
            <a:p>
              <a:endParaRPr lang="en-US"/>
            </a:p>
          </p:txBody>
        </p:sp>
        <p:sp>
          <p:nvSpPr>
            <p:cNvPr id="47202" name="Line 98"/>
            <p:cNvSpPr>
              <a:spLocks noChangeShapeType="1"/>
            </p:cNvSpPr>
            <p:nvPr/>
          </p:nvSpPr>
          <p:spPr bwMode="auto">
            <a:xfrm flipH="1">
              <a:off x="3821" y="2545"/>
              <a:ext cx="230" cy="172"/>
            </a:xfrm>
            <a:prstGeom prst="line">
              <a:avLst/>
            </a:prstGeom>
            <a:noFill/>
            <a:ln w="9525">
              <a:solidFill>
                <a:schemeClr val="tx1"/>
              </a:solidFill>
              <a:round/>
              <a:headEnd/>
              <a:tailEnd/>
            </a:ln>
          </p:spPr>
          <p:txBody>
            <a:bodyPr/>
            <a:lstStyle/>
            <a:p>
              <a:endParaRPr lang="en-US"/>
            </a:p>
          </p:txBody>
        </p:sp>
        <p:sp>
          <p:nvSpPr>
            <p:cNvPr id="47203" name="Line 99"/>
            <p:cNvSpPr>
              <a:spLocks noChangeShapeType="1"/>
            </p:cNvSpPr>
            <p:nvPr/>
          </p:nvSpPr>
          <p:spPr bwMode="auto">
            <a:xfrm flipH="1" flipV="1">
              <a:off x="4051" y="2545"/>
              <a:ext cx="230" cy="172"/>
            </a:xfrm>
            <a:prstGeom prst="line">
              <a:avLst/>
            </a:prstGeom>
            <a:noFill/>
            <a:ln w="9525">
              <a:solidFill>
                <a:schemeClr val="tx1"/>
              </a:solidFill>
              <a:round/>
              <a:headEnd/>
              <a:tailEnd/>
            </a:ln>
          </p:spPr>
          <p:txBody>
            <a:bodyPr/>
            <a:lstStyle/>
            <a:p>
              <a:endParaRPr lang="en-US"/>
            </a:p>
          </p:txBody>
        </p:sp>
        <p:sp>
          <p:nvSpPr>
            <p:cNvPr id="47204" name="Line 100"/>
            <p:cNvSpPr>
              <a:spLocks noChangeShapeType="1"/>
            </p:cNvSpPr>
            <p:nvPr/>
          </p:nvSpPr>
          <p:spPr bwMode="auto">
            <a:xfrm>
              <a:off x="4512" y="2257"/>
              <a:ext cx="0" cy="288"/>
            </a:xfrm>
            <a:prstGeom prst="line">
              <a:avLst/>
            </a:prstGeom>
            <a:noFill/>
            <a:ln w="28575">
              <a:solidFill>
                <a:schemeClr val="tx1"/>
              </a:solidFill>
              <a:round/>
              <a:headEnd/>
              <a:tailEnd/>
            </a:ln>
          </p:spPr>
          <p:txBody>
            <a:bodyPr/>
            <a:lstStyle/>
            <a:p>
              <a:endParaRPr lang="en-US"/>
            </a:p>
          </p:txBody>
        </p:sp>
        <p:sp>
          <p:nvSpPr>
            <p:cNvPr id="47205" name="Line 101"/>
            <p:cNvSpPr>
              <a:spLocks noChangeShapeType="1"/>
            </p:cNvSpPr>
            <p:nvPr/>
          </p:nvSpPr>
          <p:spPr bwMode="auto">
            <a:xfrm flipH="1">
              <a:off x="4281" y="2545"/>
              <a:ext cx="231" cy="172"/>
            </a:xfrm>
            <a:prstGeom prst="line">
              <a:avLst/>
            </a:prstGeom>
            <a:noFill/>
            <a:ln w="28575">
              <a:solidFill>
                <a:schemeClr val="tx1"/>
              </a:solidFill>
              <a:round/>
              <a:headEnd/>
              <a:tailEnd/>
            </a:ln>
          </p:spPr>
          <p:txBody>
            <a:bodyPr/>
            <a:lstStyle/>
            <a:p>
              <a:endParaRPr lang="en-US"/>
            </a:p>
          </p:txBody>
        </p:sp>
        <p:sp>
          <p:nvSpPr>
            <p:cNvPr id="47206" name="Line 102"/>
            <p:cNvSpPr>
              <a:spLocks noChangeShapeType="1"/>
            </p:cNvSpPr>
            <p:nvPr/>
          </p:nvSpPr>
          <p:spPr bwMode="auto">
            <a:xfrm>
              <a:off x="3590" y="2257"/>
              <a:ext cx="0" cy="288"/>
            </a:xfrm>
            <a:prstGeom prst="line">
              <a:avLst/>
            </a:prstGeom>
            <a:noFill/>
            <a:ln w="9525">
              <a:solidFill>
                <a:schemeClr val="tx1"/>
              </a:solidFill>
              <a:round/>
              <a:headEnd/>
              <a:tailEnd/>
            </a:ln>
          </p:spPr>
          <p:txBody>
            <a:bodyPr/>
            <a:lstStyle/>
            <a:p>
              <a:endParaRPr lang="en-US"/>
            </a:p>
          </p:txBody>
        </p:sp>
        <p:sp>
          <p:nvSpPr>
            <p:cNvPr id="47207" name="Line 103"/>
            <p:cNvSpPr>
              <a:spLocks noChangeShapeType="1"/>
            </p:cNvSpPr>
            <p:nvPr/>
          </p:nvSpPr>
          <p:spPr bwMode="auto">
            <a:xfrm flipH="1">
              <a:off x="3360" y="2545"/>
              <a:ext cx="230" cy="172"/>
            </a:xfrm>
            <a:prstGeom prst="line">
              <a:avLst/>
            </a:prstGeom>
            <a:noFill/>
            <a:ln w="9525">
              <a:solidFill>
                <a:schemeClr val="tx1"/>
              </a:solidFill>
              <a:round/>
              <a:headEnd/>
              <a:tailEnd/>
            </a:ln>
          </p:spPr>
          <p:txBody>
            <a:bodyPr/>
            <a:lstStyle/>
            <a:p>
              <a:endParaRPr lang="en-US"/>
            </a:p>
          </p:txBody>
        </p:sp>
        <p:sp>
          <p:nvSpPr>
            <p:cNvPr id="47208" name="Line 104"/>
            <p:cNvSpPr>
              <a:spLocks noChangeShapeType="1"/>
            </p:cNvSpPr>
            <p:nvPr/>
          </p:nvSpPr>
          <p:spPr bwMode="auto">
            <a:xfrm flipH="1" flipV="1">
              <a:off x="3590" y="2545"/>
              <a:ext cx="231" cy="172"/>
            </a:xfrm>
            <a:prstGeom prst="line">
              <a:avLst/>
            </a:prstGeom>
            <a:noFill/>
            <a:ln w="9525">
              <a:solidFill>
                <a:schemeClr val="tx1"/>
              </a:solidFill>
              <a:round/>
              <a:headEnd/>
              <a:tailEnd/>
            </a:ln>
          </p:spPr>
          <p:txBody>
            <a:bodyPr/>
            <a:lstStyle/>
            <a:p>
              <a:endParaRPr lang="en-US"/>
            </a:p>
          </p:txBody>
        </p:sp>
        <p:sp>
          <p:nvSpPr>
            <p:cNvPr id="47209" name="Line 105"/>
            <p:cNvSpPr>
              <a:spLocks noChangeShapeType="1"/>
            </p:cNvSpPr>
            <p:nvPr/>
          </p:nvSpPr>
          <p:spPr bwMode="auto">
            <a:xfrm>
              <a:off x="3821" y="2717"/>
              <a:ext cx="0" cy="288"/>
            </a:xfrm>
            <a:prstGeom prst="line">
              <a:avLst/>
            </a:prstGeom>
            <a:noFill/>
            <a:ln w="9525">
              <a:solidFill>
                <a:schemeClr val="tx1"/>
              </a:solidFill>
              <a:round/>
              <a:headEnd/>
              <a:tailEnd/>
            </a:ln>
          </p:spPr>
          <p:txBody>
            <a:bodyPr/>
            <a:lstStyle/>
            <a:p>
              <a:endParaRPr lang="en-US"/>
            </a:p>
          </p:txBody>
        </p:sp>
        <p:sp>
          <p:nvSpPr>
            <p:cNvPr id="47210" name="Line 106"/>
            <p:cNvSpPr>
              <a:spLocks noChangeShapeType="1"/>
            </p:cNvSpPr>
            <p:nvPr/>
          </p:nvSpPr>
          <p:spPr bwMode="auto">
            <a:xfrm flipH="1">
              <a:off x="3590" y="3005"/>
              <a:ext cx="231" cy="173"/>
            </a:xfrm>
            <a:prstGeom prst="line">
              <a:avLst/>
            </a:prstGeom>
            <a:noFill/>
            <a:ln w="28575">
              <a:solidFill>
                <a:schemeClr val="tx1"/>
              </a:solidFill>
              <a:round/>
              <a:headEnd/>
              <a:tailEnd/>
            </a:ln>
          </p:spPr>
          <p:txBody>
            <a:bodyPr/>
            <a:lstStyle/>
            <a:p>
              <a:endParaRPr lang="en-US"/>
            </a:p>
          </p:txBody>
        </p:sp>
        <p:sp>
          <p:nvSpPr>
            <p:cNvPr id="47211" name="Line 107"/>
            <p:cNvSpPr>
              <a:spLocks noChangeShapeType="1"/>
            </p:cNvSpPr>
            <p:nvPr/>
          </p:nvSpPr>
          <p:spPr bwMode="auto">
            <a:xfrm flipH="1" flipV="1">
              <a:off x="3821" y="3005"/>
              <a:ext cx="230" cy="173"/>
            </a:xfrm>
            <a:prstGeom prst="line">
              <a:avLst/>
            </a:prstGeom>
            <a:noFill/>
            <a:ln w="28575">
              <a:solidFill>
                <a:schemeClr val="tx1"/>
              </a:solidFill>
              <a:round/>
              <a:headEnd/>
              <a:tailEnd/>
            </a:ln>
          </p:spPr>
          <p:txBody>
            <a:bodyPr/>
            <a:lstStyle/>
            <a:p>
              <a:endParaRPr lang="en-US"/>
            </a:p>
          </p:txBody>
        </p:sp>
        <p:sp>
          <p:nvSpPr>
            <p:cNvPr id="47212" name="Line 108"/>
            <p:cNvSpPr>
              <a:spLocks noChangeShapeType="1"/>
            </p:cNvSpPr>
            <p:nvPr/>
          </p:nvSpPr>
          <p:spPr bwMode="auto">
            <a:xfrm>
              <a:off x="4281" y="2717"/>
              <a:ext cx="0" cy="288"/>
            </a:xfrm>
            <a:prstGeom prst="line">
              <a:avLst/>
            </a:prstGeom>
            <a:noFill/>
            <a:ln w="28575">
              <a:solidFill>
                <a:schemeClr val="tx1"/>
              </a:solidFill>
              <a:round/>
              <a:headEnd/>
              <a:tailEnd/>
            </a:ln>
          </p:spPr>
          <p:txBody>
            <a:bodyPr/>
            <a:lstStyle/>
            <a:p>
              <a:endParaRPr lang="en-US"/>
            </a:p>
          </p:txBody>
        </p:sp>
        <p:sp>
          <p:nvSpPr>
            <p:cNvPr id="47213" name="Line 109"/>
            <p:cNvSpPr>
              <a:spLocks noChangeShapeType="1"/>
            </p:cNvSpPr>
            <p:nvPr/>
          </p:nvSpPr>
          <p:spPr bwMode="auto">
            <a:xfrm flipH="1">
              <a:off x="4051" y="3005"/>
              <a:ext cx="230" cy="173"/>
            </a:xfrm>
            <a:prstGeom prst="line">
              <a:avLst/>
            </a:prstGeom>
            <a:noFill/>
            <a:ln w="28575">
              <a:solidFill>
                <a:schemeClr val="tx1"/>
              </a:solidFill>
              <a:round/>
              <a:headEnd/>
              <a:tailEnd/>
            </a:ln>
          </p:spPr>
          <p:txBody>
            <a:bodyPr/>
            <a:lstStyle/>
            <a:p>
              <a:endParaRPr lang="en-US"/>
            </a:p>
          </p:txBody>
        </p:sp>
        <p:sp>
          <p:nvSpPr>
            <p:cNvPr id="47214" name="Line 110"/>
            <p:cNvSpPr>
              <a:spLocks noChangeShapeType="1"/>
            </p:cNvSpPr>
            <p:nvPr/>
          </p:nvSpPr>
          <p:spPr bwMode="auto">
            <a:xfrm flipH="1" flipV="1">
              <a:off x="3360" y="3005"/>
              <a:ext cx="230" cy="173"/>
            </a:xfrm>
            <a:prstGeom prst="line">
              <a:avLst/>
            </a:prstGeom>
            <a:noFill/>
            <a:ln w="28575">
              <a:solidFill>
                <a:schemeClr val="tx1"/>
              </a:solidFill>
              <a:round/>
              <a:headEnd/>
              <a:tailEnd/>
            </a:ln>
          </p:spPr>
          <p:txBody>
            <a:bodyPr/>
            <a:lstStyle/>
            <a:p>
              <a:endParaRPr lang="en-US"/>
            </a:p>
          </p:txBody>
        </p:sp>
        <p:sp>
          <p:nvSpPr>
            <p:cNvPr id="47215" name="Line 111"/>
            <p:cNvSpPr>
              <a:spLocks noChangeShapeType="1"/>
            </p:cNvSpPr>
            <p:nvPr/>
          </p:nvSpPr>
          <p:spPr bwMode="auto">
            <a:xfrm flipH="1">
              <a:off x="3821" y="1623"/>
              <a:ext cx="230" cy="173"/>
            </a:xfrm>
            <a:prstGeom prst="line">
              <a:avLst/>
            </a:prstGeom>
            <a:noFill/>
            <a:ln w="28575">
              <a:solidFill>
                <a:schemeClr val="tx1"/>
              </a:solidFill>
              <a:round/>
              <a:headEnd/>
              <a:tailEnd/>
            </a:ln>
          </p:spPr>
          <p:txBody>
            <a:bodyPr/>
            <a:lstStyle/>
            <a:p>
              <a:endParaRPr lang="en-US"/>
            </a:p>
          </p:txBody>
        </p:sp>
        <p:sp>
          <p:nvSpPr>
            <p:cNvPr id="47216" name="Line 112"/>
            <p:cNvSpPr>
              <a:spLocks noChangeShapeType="1"/>
            </p:cNvSpPr>
            <p:nvPr/>
          </p:nvSpPr>
          <p:spPr bwMode="auto">
            <a:xfrm flipH="1" flipV="1">
              <a:off x="4051" y="1623"/>
              <a:ext cx="230" cy="173"/>
            </a:xfrm>
            <a:prstGeom prst="line">
              <a:avLst/>
            </a:prstGeom>
            <a:noFill/>
            <a:ln w="28575">
              <a:solidFill>
                <a:schemeClr val="tx1"/>
              </a:solidFill>
              <a:round/>
              <a:headEnd/>
              <a:tailEnd/>
            </a:ln>
          </p:spPr>
          <p:txBody>
            <a:bodyPr/>
            <a:lstStyle/>
            <a:p>
              <a:endParaRPr lang="en-US"/>
            </a:p>
          </p:txBody>
        </p:sp>
        <p:sp>
          <p:nvSpPr>
            <p:cNvPr id="47217" name="Line 113"/>
            <p:cNvSpPr>
              <a:spLocks noChangeShapeType="1"/>
            </p:cNvSpPr>
            <p:nvPr/>
          </p:nvSpPr>
          <p:spPr bwMode="auto">
            <a:xfrm flipH="1" flipV="1">
              <a:off x="3590" y="1623"/>
              <a:ext cx="231" cy="173"/>
            </a:xfrm>
            <a:prstGeom prst="line">
              <a:avLst/>
            </a:prstGeom>
            <a:noFill/>
            <a:ln w="28575">
              <a:solidFill>
                <a:schemeClr val="tx1"/>
              </a:solidFill>
              <a:round/>
              <a:headEnd/>
              <a:tailEnd/>
            </a:ln>
          </p:spPr>
          <p:txBody>
            <a:bodyPr/>
            <a:lstStyle/>
            <a:p>
              <a:endParaRPr lang="en-US"/>
            </a:p>
          </p:txBody>
        </p:sp>
        <p:sp>
          <p:nvSpPr>
            <p:cNvPr id="47218" name="Line 114"/>
            <p:cNvSpPr>
              <a:spLocks noChangeShapeType="1"/>
            </p:cNvSpPr>
            <p:nvPr/>
          </p:nvSpPr>
          <p:spPr bwMode="auto">
            <a:xfrm>
              <a:off x="3821" y="1796"/>
              <a:ext cx="0" cy="288"/>
            </a:xfrm>
            <a:prstGeom prst="line">
              <a:avLst/>
            </a:prstGeom>
            <a:noFill/>
            <a:ln w="9525">
              <a:solidFill>
                <a:schemeClr val="tx1"/>
              </a:solidFill>
              <a:round/>
              <a:headEnd/>
              <a:tailEnd/>
            </a:ln>
          </p:spPr>
          <p:txBody>
            <a:bodyPr/>
            <a:lstStyle/>
            <a:p>
              <a:endParaRPr lang="en-US"/>
            </a:p>
          </p:txBody>
        </p:sp>
        <p:sp>
          <p:nvSpPr>
            <p:cNvPr id="47219" name="Line 115"/>
            <p:cNvSpPr>
              <a:spLocks noChangeShapeType="1"/>
            </p:cNvSpPr>
            <p:nvPr/>
          </p:nvSpPr>
          <p:spPr bwMode="auto">
            <a:xfrm flipH="1">
              <a:off x="3590" y="2084"/>
              <a:ext cx="231" cy="173"/>
            </a:xfrm>
            <a:prstGeom prst="line">
              <a:avLst/>
            </a:prstGeom>
            <a:noFill/>
            <a:ln w="9525">
              <a:solidFill>
                <a:schemeClr val="tx1"/>
              </a:solidFill>
              <a:round/>
              <a:headEnd/>
              <a:tailEnd/>
            </a:ln>
          </p:spPr>
          <p:txBody>
            <a:bodyPr/>
            <a:lstStyle/>
            <a:p>
              <a:endParaRPr lang="en-US"/>
            </a:p>
          </p:txBody>
        </p:sp>
        <p:sp>
          <p:nvSpPr>
            <p:cNvPr id="47220" name="Line 116"/>
            <p:cNvSpPr>
              <a:spLocks noChangeShapeType="1"/>
            </p:cNvSpPr>
            <p:nvPr/>
          </p:nvSpPr>
          <p:spPr bwMode="auto">
            <a:xfrm flipH="1" flipV="1">
              <a:off x="3821" y="2084"/>
              <a:ext cx="230" cy="173"/>
            </a:xfrm>
            <a:prstGeom prst="line">
              <a:avLst/>
            </a:prstGeom>
            <a:noFill/>
            <a:ln w="9525">
              <a:solidFill>
                <a:schemeClr val="tx1"/>
              </a:solidFill>
              <a:round/>
              <a:headEnd/>
              <a:tailEnd/>
            </a:ln>
          </p:spPr>
          <p:txBody>
            <a:bodyPr/>
            <a:lstStyle/>
            <a:p>
              <a:endParaRPr lang="en-US"/>
            </a:p>
          </p:txBody>
        </p:sp>
        <p:sp>
          <p:nvSpPr>
            <p:cNvPr id="47221" name="Line 117"/>
            <p:cNvSpPr>
              <a:spLocks noChangeShapeType="1"/>
            </p:cNvSpPr>
            <p:nvPr/>
          </p:nvSpPr>
          <p:spPr bwMode="auto">
            <a:xfrm>
              <a:off x="4281" y="1796"/>
              <a:ext cx="0" cy="288"/>
            </a:xfrm>
            <a:prstGeom prst="line">
              <a:avLst/>
            </a:prstGeom>
            <a:noFill/>
            <a:ln w="28575">
              <a:solidFill>
                <a:schemeClr val="tx1"/>
              </a:solidFill>
              <a:round/>
              <a:headEnd/>
              <a:tailEnd/>
            </a:ln>
          </p:spPr>
          <p:txBody>
            <a:bodyPr/>
            <a:lstStyle/>
            <a:p>
              <a:endParaRPr lang="en-US"/>
            </a:p>
          </p:txBody>
        </p:sp>
        <p:sp>
          <p:nvSpPr>
            <p:cNvPr id="47222" name="Line 118"/>
            <p:cNvSpPr>
              <a:spLocks noChangeShapeType="1"/>
            </p:cNvSpPr>
            <p:nvPr/>
          </p:nvSpPr>
          <p:spPr bwMode="auto">
            <a:xfrm flipH="1">
              <a:off x="4051" y="2084"/>
              <a:ext cx="230" cy="173"/>
            </a:xfrm>
            <a:prstGeom prst="line">
              <a:avLst/>
            </a:prstGeom>
            <a:noFill/>
            <a:ln w="9525">
              <a:solidFill>
                <a:schemeClr val="tx1"/>
              </a:solidFill>
              <a:round/>
              <a:headEnd/>
              <a:tailEnd/>
            </a:ln>
          </p:spPr>
          <p:txBody>
            <a:bodyPr/>
            <a:lstStyle/>
            <a:p>
              <a:endParaRPr lang="en-US"/>
            </a:p>
          </p:txBody>
        </p:sp>
        <p:sp>
          <p:nvSpPr>
            <p:cNvPr id="47223" name="Line 119"/>
            <p:cNvSpPr>
              <a:spLocks noChangeShapeType="1"/>
            </p:cNvSpPr>
            <p:nvPr/>
          </p:nvSpPr>
          <p:spPr bwMode="auto">
            <a:xfrm flipH="1" flipV="1">
              <a:off x="4281" y="2084"/>
              <a:ext cx="231" cy="173"/>
            </a:xfrm>
            <a:prstGeom prst="line">
              <a:avLst/>
            </a:prstGeom>
            <a:noFill/>
            <a:ln w="28575">
              <a:solidFill>
                <a:schemeClr val="tx1"/>
              </a:solidFill>
              <a:round/>
              <a:headEnd/>
              <a:tailEnd/>
            </a:ln>
          </p:spPr>
          <p:txBody>
            <a:bodyPr/>
            <a:lstStyle/>
            <a:p>
              <a:endParaRPr lang="en-US"/>
            </a:p>
          </p:txBody>
        </p:sp>
        <p:sp>
          <p:nvSpPr>
            <p:cNvPr id="47224" name="Line 120"/>
            <p:cNvSpPr>
              <a:spLocks noChangeShapeType="1"/>
            </p:cNvSpPr>
            <p:nvPr/>
          </p:nvSpPr>
          <p:spPr bwMode="auto">
            <a:xfrm flipH="1" flipV="1">
              <a:off x="3360" y="2084"/>
              <a:ext cx="230" cy="173"/>
            </a:xfrm>
            <a:prstGeom prst="line">
              <a:avLst/>
            </a:prstGeom>
            <a:noFill/>
            <a:ln w="9525">
              <a:solidFill>
                <a:schemeClr val="tx1"/>
              </a:solidFill>
              <a:round/>
              <a:headEnd/>
              <a:tailEnd/>
            </a:ln>
          </p:spPr>
          <p:txBody>
            <a:bodyPr/>
            <a:lstStyle/>
            <a:p>
              <a:endParaRPr lang="en-US"/>
            </a:p>
          </p:txBody>
        </p:sp>
        <p:sp>
          <p:nvSpPr>
            <p:cNvPr id="47225" name="Text Box 121"/>
            <p:cNvSpPr txBox="1">
              <a:spLocks noChangeArrowheads="1"/>
            </p:cNvSpPr>
            <p:nvPr/>
          </p:nvSpPr>
          <p:spPr bwMode="auto">
            <a:xfrm>
              <a:off x="1632" y="1815"/>
              <a:ext cx="336" cy="250"/>
            </a:xfrm>
            <a:prstGeom prst="rect">
              <a:avLst/>
            </a:prstGeom>
            <a:noFill/>
            <a:ln w="9525">
              <a:noFill/>
              <a:miter lim="800000"/>
              <a:headEnd/>
              <a:tailEnd/>
            </a:ln>
          </p:spPr>
          <p:txBody>
            <a:bodyPr>
              <a:spAutoFit/>
            </a:bodyPr>
            <a:lstStyle/>
            <a:p>
              <a:r>
                <a:rPr lang="en-US" sz="2000"/>
                <a:t>F1</a:t>
              </a:r>
            </a:p>
          </p:txBody>
        </p:sp>
        <p:sp>
          <p:nvSpPr>
            <p:cNvPr id="47226" name="Text Box 122"/>
            <p:cNvSpPr txBox="1">
              <a:spLocks noChangeArrowheads="1"/>
            </p:cNvSpPr>
            <p:nvPr/>
          </p:nvSpPr>
          <p:spPr bwMode="auto">
            <a:xfrm>
              <a:off x="1824" y="1373"/>
              <a:ext cx="336" cy="250"/>
            </a:xfrm>
            <a:prstGeom prst="rect">
              <a:avLst/>
            </a:prstGeom>
            <a:noFill/>
            <a:ln w="9525">
              <a:noFill/>
              <a:miter lim="800000"/>
              <a:headEnd/>
              <a:tailEnd/>
            </a:ln>
          </p:spPr>
          <p:txBody>
            <a:bodyPr>
              <a:spAutoFit/>
            </a:bodyPr>
            <a:lstStyle/>
            <a:p>
              <a:r>
                <a:rPr lang="en-US" sz="2000"/>
                <a:t>F2</a:t>
              </a:r>
            </a:p>
          </p:txBody>
        </p:sp>
        <p:sp>
          <p:nvSpPr>
            <p:cNvPr id="47227" name="Text Box 123"/>
            <p:cNvSpPr txBox="1">
              <a:spLocks noChangeArrowheads="1"/>
            </p:cNvSpPr>
            <p:nvPr/>
          </p:nvSpPr>
          <p:spPr bwMode="auto">
            <a:xfrm>
              <a:off x="2064" y="1805"/>
              <a:ext cx="336" cy="250"/>
            </a:xfrm>
            <a:prstGeom prst="rect">
              <a:avLst/>
            </a:prstGeom>
            <a:noFill/>
            <a:ln w="9525">
              <a:noFill/>
              <a:miter lim="800000"/>
              <a:headEnd/>
              <a:tailEnd/>
            </a:ln>
          </p:spPr>
          <p:txBody>
            <a:bodyPr>
              <a:spAutoFit/>
            </a:bodyPr>
            <a:lstStyle/>
            <a:p>
              <a:r>
                <a:rPr lang="en-US" sz="2000"/>
                <a:t>F3</a:t>
              </a:r>
            </a:p>
          </p:txBody>
        </p:sp>
        <p:sp>
          <p:nvSpPr>
            <p:cNvPr id="47228" name="Text Box 124"/>
            <p:cNvSpPr txBox="1">
              <a:spLocks noChangeArrowheads="1"/>
            </p:cNvSpPr>
            <p:nvPr/>
          </p:nvSpPr>
          <p:spPr bwMode="auto">
            <a:xfrm>
              <a:off x="1824" y="2285"/>
              <a:ext cx="336" cy="250"/>
            </a:xfrm>
            <a:prstGeom prst="rect">
              <a:avLst/>
            </a:prstGeom>
            <a:noFill/>
            <a:ln w="9525">
              <a:noFill/>
              <a:miter lim="800000"/>
              <a:headEnd/>
              <a:tailEnd/>
            </a:ln>
          </p:spPr>
          <p:txBody>
            <a:bodyPr>
              <a:spAutoFit/>
            </a:bodyPr>
            <a:lstStyle/>
            <a:p>
              <a:r>
                <a:rPr lang="en-US" sz="2000"/>
                <a:t>F4</a:t>
              </a:r>
            </a:p>
          </p:txBody>
        </p:sp>
        <p:sp>
          <p:nvSpPr>
            <p:cNvPr id="47229" name="Text Box 125"/>
            <p:cNvSpPr txBox="1">
              <a:spLocks noChangeArrowheads="1"/>
            </p:cNvSpPr>
            <p:nvPr/>
          </p:nvSpPr>
          <p:spPr bwMode="auto">
            <a:xfrm>
              <a:off x="1392" y="2285"/>
              <a:ext cx="336" cy="250"/>
            </a:xfrm>
            <a:prstGeom prst="rect">
              <a:avLst/>
            </a:prstGeom>
            <a:noFill/>
            <a:ln w="9525">
              <a:noFill/>
              <a:miter lim="800000"/>
              <a:headEnd/>
              <a:tailEnd/>
            </a:ln>
          </p:spPr>
          <p:txBody>
            <a:bodyPr>
              <a:spAutoFit/>
            </a:bodyPr>
            <a:lstStyle/>
            <a:p>
              <a:r>
                <a:rPr lang="en-US" sz="2000"/>
                <a:t>F5</a:t>
              </a:r>
            </a:p>
          </p:txBody>
        </p:sp>
        <p:sp>
          <p:nvSpPr>
            <p:cNvPr id="47230" name="Text Box 126"/>
            <p:cNvSpPr txBox="1">
              <a:spLocks noChangeArrowheads="1"/>
            </p:cNvSpPr>
            <p:nvPr/>
          </p:nvSpPr>
          <p:spPr bwMode="auto">
            <a:xfrm>
              <a:off x="1152" y="1815"/>
              <a:ext cx="336" cy="250"/>
            </a:xfrm>
            <a:prstGeom prst="rect">
              <a:avLst/>
            </a:prstGeom>
            <a:noFill/>
            <a:ln w="9525">
              <a:noFill/>
              <a:miter lim="800000"/>
              <a:headEnd/>
              <a:tailEnd/>
            </a:ln>
          </p:spPr>
          <p:txBody>
            <a:bodyPr>
              <a:spAutoFit/>
            </a:bodyPr>
            <a:lstStyle/>
            <a:p>
              <a:r>
                <a:rPr lang="en-US" sz="2000"/>
                <a:t>F6</a:t>
              </a:r>
            </a:p>
          </p:txBody>
        </p:sp>
        <p:sp>
          <p:nvSpPr>
            <p:cNvPr id="47231" name="Text Box 127"/>
            <p:cNvSpPr txBox="1">
              <a:spLocks noChangeArrowheads="1"/>
            </p:cNvSpPr>
            <p:nvPr/>
          </p:nvSpPr>
          <p:spPr bwMode="auto">
            <a:xfrm>
              <a:off x="1392" y="1373"/>
              <a:ext cx="336" cy="250"/>
            </a:xfrm>
            <a:prstGeom prst="rect">
              <a:avLst/>
            </a:prstGeom>
            <a:noFill/>
            <a:ln w="9525">
              <a:noFill/>
              <a:miter lim="800000"/>
              <a:headEnd/>
              <a:tailEnd/>
            </a:ln>
          </p:spPr>
          <p:txBody>
            <a:bodyPr>
              <a:spAutoFit/>
            </a:bodyPr>
            <a:lstStyle/>
            <a:p>
              <a:r>
                <a:rPr lang="en-US" sz="2000"/>
                <a:t>F7</a:t>
              </a:r>
            </a:p>
          </p:txBody>
        </p:sp>
        <p:sp>
          <p:nvSpPr>
            <p:cNvPr id="47232" name="Text Box 128"/>
            <p:cNvSpPr txBox="1">
              <a:spLocks noChangeArrowheads="1"/>
            </p:cNvSpPr>
            <p:nvPr/>
          </p:nvSpPr>
          <p:spPr bwMode="auto">
            <a:xfrm>
              <a:off x="2784" y="1383"/>
              <a:ext cx="336" cy="250"/>
            </a:xfrm>
            <a:prstGeom prst="rect">
              <a:avLst/>
            </a:prstGeom>
            <a:noFill/>
            <a:ln w="9525">
              <a:noFill/>
              <a:miter lim="800000"/>
              <a:headEnd/>
              <a:tailEnd/>
            </a:ln>
          </p:spPr>
          <p:txBody>
            <a:bodyPr>
              <a:spAutoFit/>
            </a:bodyPr>
            <a:lstStyle/>
            <a:p>
              <a:r>
                <a:rPr lang="en-US" sz="2000"/>
                <a:t>F1</a:t>
              </a:r>
            </a:p>
          </p:txBody>
        </p:sp>
        <p:sp>
          <p:nvSpPr>
            <p:cNvPr id="47233" name="Text Box 129"/>
            <p:cNvSpPr txBox="1">
              <a:spLocks noChangeArrowheads="1"/>
            </p:cNvSpPr>
            <p:nvPr/>
          </p:nvSpPr>
          <p:spPr bwMode="auto">
            <a:xfrm>
              <a:off x="2976" y="941"/>
              <a:ext cx="336" cy="250"/>
            </a:xfrm>
            <a:prstGeom prst="rect">
              <a:avLst/>
            </a:prstGeom>
            <a:noFill/>
            <a:ln w="9525">
              <a:noFill/>
              <a:miter lim="800000"/>
              <a:headEnd/>
              <a:tailEnd/>
            </a:ln>
          </p:spPr>
          <p:txBody>
            <a:bodyPr>
              <a:spAutoFit/>
            </a:bodyPr>
            <a:lstStyle/>
            <a:p>
              <a:r>
                <a:rPr lang="en-US" sz="2000"/>
                <a:t>F2</a:t>
              </a:r>
            </a:p>
          </p:txBody>
        </p:sp>
        <p:sp>
          <p:nvSpPr>
            <p:cNvPr id="47234" name="Text Box 130"/>
            <p:cNvSpPr txBox="1">
              <a:spLocks noChangeArrowheads="1"/>
            </p:cNvSpPr>
            <p:nvPr/>
          </p:nvSpPr>
          <p:spPr bwMode="auto">
            <a:xfrm>
              <a:off x="3216" y="1373"/>
              <a:ext cx="336" cy="250"/>
            </a:xfrm>
            <a:prstGeom prst="rect">
              <a:avLst/>
            </a:prstGeom>
            <a:noFill/>
            <a:ln w="9525">
              <a:noFill/>
              <a:miter lim="800000"/>
              <a:headEnd/>
              <a:tailEnd/>
            </a:ln>
          </p:spPr>
          <p:txBody>
            <a:bodyPr>
              <a:spAutoFit/>
            </a:bodyPr>
            <a:lstStyle/>
            <a:p>
              <a:r>
                <a:rPr lang="en-US" sz="2000"/>
                <a:t>F3</a:t>
              </a:r>
            </a:p>
          </p:txBody>
        </p:sp>
        <p:sp>
          <p:nvSpPr>
            <p:cNvPr id="47235" name="Text Box 131"/>
            <p:cNvSpPr txBox="1">
              <a:spLocks noChangeArrowheads="1"/>
            </p:cNvSpPr>
            <p:nvPr/>
          </p:nvSpPr>
          <p:spPr bwMode="auto">
            <a:xfrm>
              <a:off x="2976" y="1853"/>
              <a:ext cx="336" cy="250"/>
            </a:xfrm>
            <a:prstGeom prst="rect">
              <a:avLst/>
            </a:prstGeom>
            <a:noFill/>
            <a:ln w="9525">
              <a:noFill/>
              <a:miter lim="800000"/>
              <a:headEnd/>
              <a:tailEnd/>
            </a:ln>
          </p:spPr>
          <p:txBody>
            <a:bodyPr>
              <a:spAutoFit/>
            </a:bodyPr>
            <a:lstStyle/>
            <a:p>
              <a:r>
                <a:rPr lang="en-US" sz="2000"/>
                <a:t>F4</a:t>
              </a:r>
            </a:p>
          </p:txBody>
        </p:sp>
        <p:sp>
          <p:nvSpPr>
            <p:cNvPr id="47236" name="Text Box 132"/>
            <p:cNvSpPr txBox="1">
              <a:spLocks noChangeArrowheads="1"/>
            </p:cNvSpPr>
            <p:nvPr/>
          </p:nvSpPr>
          <p:spPr bwMode="auto">
            <a:xfrm>
              <a:off x="2544" y="1853"/>
              <a:ext cx="336" cy="250"/>
            </a:xfrm>
            <a:prstGeom prst="rect">
              <a:avLst/>
            </a:prstGeom>
            <a:noFill/>
            <a:ln w="9525">
              <a:noFill/>
              <a:miter lim="800000"/>
              <a:headEnd/>
              <a:tailEnd/>
            </a:ln>
          </p:spPr>
          <p:txBody>
            <a:bodyPr>
              <a:spAutoFit/>
            </a:bodyPr>
            <a:lstStyle/>
            <a:p>
              <a:r>
                <a:rPr lang="en-US" sz="2000"/>
                <a:t>F5</a:t>
              </a:r>
            </a:p>
          </p:txBody>
        </p:sp>
        <p:sp>
          <p:nvSpPr>
            <p:cNvPr id="47237" name="Text Box 133"/>
            <p:cNvSpPr txBox="1">
              <a:spLocks noChangeArrowheads="1"/>
            </p:cNvSpPr>
            <p:nvPr/>
          </p:nvSpPr>
          <p:spPr bwMode="auto">
            <a:xfrm>
              <a:off x="2304" y="1383"/>
              <a:ext cx="336" cy="250"/>
            </a:xfrm>
            <a:prstGeom prst="rect">
              <a:avLst/>
            </a:prstGeom>
            <a:noFill/>
            <a:ln w="9525">
              <a:noFill/>
              <a:miter lim="800000"/>
              <a:headEnd/>
              <a:tailEnd/>
            </a:ln>
          </p:spPr>
          <p:txBody>
            <a:bodyPr>
              <a:spAutoFit/>
            </a:bodyPr>
            <a:lstStyle/>
            <a:p>
              <a:r>
                <a:rPr lang="en-US" sz="2000"/>
                <a:t>F6</a:t>
              </a:r>
            </a:p>
          </p:txBody>
        </p:sp>
        <p:sp>
          <p:nvSpPr>
            <p:cNvPr id="47238" name="Text Box 134"/>
            <p:cNvSpPr txBox="1">
              <a:spLocks noChangeArrowheads="1"/>
            </p:cNvSpPr>
            <p:nvPr/>
          </p:nvSpPr>
          <p:spPr bwMode="auto">
            <a:xfrm>
              <a:off x="2544" y="941"/>
              <a:ext cx="336" cy="250"/>
            </a:xfrm>
            <a:prstGeom prst="rect">
              <a:avLst/>
            </a:prstGeom>
            <a:noFill/>
            <a:ln w="9525">
              <a:noFill/>
              <a:miter lim="800000"/>
              <a:headEnd/>
              <a:tailEnd/>
            </a:ln>
          </p:spPr>
          <p:txBody>
            <a:bodyPr>
              <a:spAutoFit/>
            </a:bodyPr>
            <a:lstStyle/>
            <a:p>
              <a:r>
                <a:rPr lang="en-US" sz="2000"/>
                <a:t>F7</a:t>
              </a:r>
            </a:p>
          </p:txBody>
        </p:sp>
        <p:sp>
          <p:nvSpPr>
            <p:cNvPr id="47239" name="Text Box 135"/>
            <p:cNvSpPr txBox="1">
              <a:spLocks noChangeArrowheads="1"/>
            </p:cNvSpPr>
            <p:nvPr/>
          </p:nvSpPr>
          <p:spPr bwMode="auto">
            <a:xfrm>
              <a:off x="2544" y="2727"/>
              <a:ext cx="336" cy="250"/>
            </a:xfrm>
            <a:prstGeom prst="rect">
              <a:avLst/>
            </a:prstGeom>
            <a:noFill/>
            <a:ln w="9525">
              <a:noFill/>
              <a:miter lim="800000"/>
              <a:headEnd/>
              <a:tailEnd/>
            </a:ln>
          </p:spPr>
          <p:txBody>
            <a:bodyPr>
              <a:spAutoFit/>
            </a:bodyPr>
            <a:lstStyle/>
            <a:p>
              <a:r>
                <a:rPr lang="en-US" sz="2000"/>
                <a:t>F1</a:t>
              </a:r>
            </a:p>
          </p:txBody>
        </p:sp>
        <p:sp>
          <p:nvSpPr>
            <p:cNvPr id="47240" name="Text Box 136"/>
            <p:cNvSpPr txBox="1">
              <a:spLocks noChangeArrowheads="1"/>
            </p:cNvSpPr>
            <p:nvPr/>
          </p:nvSpPr>
          <p:spPr bwMode="auto">
            <a:xfrm>
              <a:off x="2736" y="2285"/>
              <a:ext cx="336" cy="250"/>
            </a:xfrm>
            <a:prstGeom prst="rect">
              <a:avLst/>
            </a:prstGeom>
            <a:noFill/>
            <a:ln w="9525">
              <a:noFill/>
              <a:miter lim="800000"/>
              <a:headEnd/>
              <a:tailEnd/>
            </a:ln>
          </p:spPr>
          <p:txBody>
            <a:bodyPr>
              <a:spAutoFit/>
            </a:bodyPr>
            <a:lstStyle/>
            <a:p>
              <a:r>
                <a:rPr lang="en-US" sz="2000"/>
                <a:t>F2</a:t>
              </a:r>
            </a:p>
          </p:txBody>
        </p:sp>
        <p:sp>
          <p:nvSpPr>
            <p:cNvPr id="47241" name="Text Box 137"/>
            <p:cNvSpPr txBox="1">
              <a:spLocks noChangeArrowheads="1"/>
            </p:cNvSpPr>
            <p:nvPr/>
          </p:nvSpPr>
          <p:spPr bwMode="auto">
            <a:xfrm>
              <a:off x="2976" y="2717"/>
              <a:ext cx="336" cy="250"/>
            </a:xfrm>
            <a:prstGeom prst="rect">
              <a:avLst/>
            </a:prstGeom>
            <a:noFill/>
            <a:ln w="9525">
              <a:noFill/>
              <a:miter lim="800000"/>
              <a:headEnd/>
              <a:tailEnd/>
            </a:ln>
          </p:spPr>
          <p:txBody>
            <a:bodyPr>
              <a:spAutoFit/>
            </a:bodyPr>
            <a:lstStyle/>
            <a:p>
              <a:r>
                <a:rPr lang="en-US" sz="2000"/>
                <a:t>F3</a:t>
              </a:r>
            </a:p>
          </p:txBody>
        </p:sp>
        <p:sp>
          <p:nvSpPr>
            <p:cNvPr id="47242" name="Text Box 138"/>
            <p:cNvSpPr txBox="1">
              <a:spLocks noChangeArrowheads="1"/>
            </p:cNvSpPr>
            <p:nvPr/>
          </p:nvSpPr>
          <p:spPr bwMode="auto">
            <a:xfrm>
              <a:off x="2736" y="3197"/>
              <a:ext cx="336" cy="250"/>
            </a:xfrm>
            <a:prstGeom prst="rect">
              <a:avLst/>
            </a:prstGeom>
            <a:noFill/>
            <a:ln w="9525">
              <a:noFill/>
              <a:miter lim="800000"/>
              <a:headEnd/>
              <a:tailEnd/>
            </a:ln>
          </p:spPr>
          <p:txBody>
            <a:bodyPr>
              <a:spAutoFit/>
            </a:bodyPr>
            <a:lstStyle/>
            <a:p>
              <a:r>
                <a:rPr lang="en-US" sz="2000"/>
                <a:t>F4</a:t>
              </a:r>
            </a:p>
          </p:txBody>
        </p:sp>
        <p:sp>
          <p:nvSpPr>
            <p:cNvPr id="47243" name="Text Box 139"/>
            <p:cNvSpPr txBox="1">
              <a:spLocks noChangeArrowheads="1"/>
            </p:cNvSpPr>
            <p:nvPr/>
          </p:nvSpPr>
          <p:spPr bwMode="auto">
            <a:xfrm>
              <a:off x="2304" y="3197"/>
              <a:ext cx="336" cy="250"/>
            </a:xfrm>
            <a:prstGeom prst="rect">
              <a:avLst/>
            </a:prstGeom>
            <a:noFill/>
            <a:ln w="9525">
              <a:noFill/>
              <a:miter lim="800000"/>
              <a:headEnd/>
              <a:tailEnd/>
            </a:ln>
          </p:spPr>
          <p:txBody>
            <a:bodyPr>
              <a:spAutoFit/>
            </a:bodyPr>
            <a:lstStyle/>
            <a:p>
              <a:r>
                <a:rPr lang="en-US" sz="2000"/>
                <a:t>F5</a:t>
              </a:r>
            </a:p>
          </p:txBody>
        </p:sp>
        <p:sp>
          <p:nvSpPr>
            <p:cNvPr id="47244" name="Text Box 140"/>
            <p:cNvSpPr txBox="1">
              <a:spLocks noChangeArrowheads="1"/>
            </p:cNvSpPr>
            <p:nvPr/>
          </p:nvSpPr>
          <p:spPr bwMode="auto">
            <a:xfrm>
              <a:off x="2064" y="2727"/>
              <a:ext cx="336" cy="250"/>
            </a:xfrm>
            <a:prstGeom prst="rect">
              <a:avLst/>
            </a:prstGeom>
            <a:noFill/>
            <a:ln w="9525">
              <a:noFill/>
              <a:miter lim="800000"/>
              <a:headEnd/>
              <a:tailEnd/>
            </a:ln>
          </p:spPr>
          <p:txBody>
            <a:bodyPr>
              <a:spAutoFit/>
            </a:bodyPr>
            <a:lstStyle/>
            <a:p>
              <a:r>
                <a:rPr lang="en-US" sz="2000"/>
                <a:t>F6</a:t>
              </a:r>
            </a:p>
          </p:txBody>
        </p:sp>
        <p:sp>
          <p:nvSpPr>
            <p:cNvPr id="47245" name="Text Box 141"/>
            <p:cNvSpPr txBox="1">
              <a:spLocks noChangeArrowheads="1"/>
            </p:cNvSpPr>
            <p:nvPr/>
          </p:nvSpPr>
          <p:spPr bwMode="auto">
            <a:xfrm>
              <a:off x="2304" y="2285"/>
              <a:ext cx="336" cy="250"/>
            </a:xfrm>
            <a:prstGeom prst="rect">
              <a:avLst/>
            </a:prstGeom>
            <a:noFill/>
            <a:ln w="9525">
              <a:noFill/>
              <a:miter lim="800000"/>
              <a:headEnd/>
              <a:tailEnd/>
            </a:ln>
          </p:spPr>
          <p:txBody>
            <a:bodyPr>
              <a:spAutoFit/>
            </a:bodyPr>
            <a:lstStyle/>
            <a:p>
              <a:r>
                <a:rPr lang="en-US" sz="2000"/>
                <a:t>F7</a:t>
              </a:r>
            </a:p>
          </p:txBody>
        </p:sp>
        <p:sp>
          <p:nvSpPr>
            <p:cNvPr id="47246" name="Text Box 142"/>
            <p:cNvSpPr txBox="1">
              <a:spLocks noChangeArrowheads="1"/>
            </p:cNvSpPr>
            <p:nvPr/>
          </p:nvSpPr>
          <p:spPr bwMode="auto">
            <a:xfrm>
              <a:off x="3696" y="2295"/>
              <a:ext cx="336" cy="250"/>
            </a:xfrm>
            <a:prstGeom prst="rect">
              <a:avLst/>
            </a:prstGeom>
            <a:noFill/>
            <a:ln w="9525">
              <a:noFill/>
              <a:miter lim="800000"/>
              <a:headEnd/>
              <a:tailEnd/>
            </a:ln>
          </p:spPr>
          <p:txBody>
            <a:bodyPr>
              <a:spAutoFit/>
            </a:bodyPr>
            <a:lstStyle/>
            <a:p>
              <a:r>
                <a:rPr lang="en-US" sz="2000"/>
                <a:t>F1</a:t>
              </a:r>
            </a:p>
          </p:txBody>
        </p:sp>
        <p:sp>
          <p:nvSpPr>
            <p:cNvPr id="47247" name="Text Box 143"/>
            <p:cNvSpPr txBox="1">
              <a:spLocks noChangeArrowheads="1"/>
            </p:cNvSpPr>
            <p:nvPr/>
          </p:nvSpPr>
          <p:spPr bwMode="auto">
            <a:xfrm>
              <a:off x="3888" y="1853"/>
              <a:ext cx="336" cy="250"/>
            </a:xfrm>
            <a:prstGeom prst="rect">
              <a:avLst/>
            </a:prstGeom>
            <a:noFill/>
            <a:ln w="9525">
              <a:noFill/>
              <a:miter lim="800000"/>
              <a:headEnd/>
              <a:tailEnd/>
            </a:ln>
          </p:spPr>
          <p:txBody>
            <a:bodyPr>
              <a:spAutoFit/>
            </a:bodyPr>
            <a:lstStyle/>
            <a:p>
              <a:r>
                <a:rPr lang="en-US" sz="2000"/>
                <a:t>F2</a:t>
              </a:r>
            </a:p>
          </p:txBody>
        </p:sp>
        <p:sp>
          <p:nvSpPr>
            <p:cNvPr id="47248" name="Text Box 144"/>
            <p:cNvSpPr txBox="1">
              <a:spLocks noChangeArrowheads="1"/>
            </p:cNvSpPr>
            <p:nvPr/>
          </p:nvSpPr>
          <p:spPr bwMode="auto">
            <a:xfrm>
              <a:off x="4128" y="2285"/>
              <a:ext cx="336" cy="250"/>
            </a:xfrm>
            <a:prstGeom prst="rect">
              <a:avLst/>
            </a:prstGeom>
            <a:noFill/>
            <a:ln w="9525">
              <a:noFill/>
              <a:miter lim="800000"/>
              <a:headEnd/>
              <a:tailEnd/>
            </a:ln>
          </p:spPr>
          <p:txBody>
            <a:bodyPr>
              <a:spAutoFit/>
            </a:bodyPr>
            <a:lstStyle/>
            <a:p>
              <a:r>
                <a:rPr lang="en-US" sz="2000"/>
                <a:t>F3</a:t>
              </a:r>
            </a:p>
          </p:txBody>
        </p:sp>
        <p:sp>
          <p:nvSpPr>
            <p:cNvPr id="47249" name="Text Box 145"/>
            <p:cNvSpPr txBox="1">
              <a:spLocks noChangeArrowheads="1"/>
            </p:cNvSpPr>
            <p:nvPr/>
          </p:nvSpPr>
          <p:spPr bwMode="auto">
            <a:xfrm>
              <a:off x="3888" y="2765"/>
              <a:ext cx="336" cy="250"/>
            </a:xfrm>
            <a:prstGeom prst="rect">
              <a:avLst/>
            </a:prstGeom>
            <a:noFill/>
            <a:ln w="9525">
              <a:noFill/>
              <a:miter lim="800000"/>
              <a:headEnd/>
              <a:tailEnd/>
            </a:ln>
          </p:spPr>
          <p:txBody>
            <a:bodyPr>
              <a:spAutoFit/>
            </a:bodyPr>
            <a:lstStyle/>
            <a:p>
              <a:r>
                <a:rPr lang="en-US" sz="2000"/>
                <a:t>F4</a:t>
              </a:r>
            </a:p>
          </p:txBody>
        </p:sp>
        <p:sp>
          <p:nvSpPr>
            <p:cNvPr id="47250" name="Text Box 146"/>
            <p:cNvSpPr txBox="1">
              <a:spLocks noChangeArrowheads="1"/>
            </p:cNvSpPr>
            <p:nvPr/>
          </p:nvSpPr>
          <p:spPr bwMode="auto">
            <a:xfrm>
              <a:off x="3456" y="2765"/>
              <a:ext cx="336" cy="250"/>
            </a:xfrm>
            <a:prstGeom prst="rect">
              <a:avLst/>
            </a:prstGeom>
            <a:noFill/>
            <a:ln w="9525">
              <a:noFill/>
              <a:miter lim="800000"/>
              <a:headEnd/>
              <a:tailEnd/>
            </a:ln>
          </p:spPr>
          <p:txBody>
            <a:bodyPr>
              <a:spAutoFit/>
            </a:bodyPr>
            <a:lstStyle/>
            <a:p>
              <a:r>
                <a:rPr lang="en-US" sz="2000"/>
                <a:t>F5</a:t>
              </a:r>
            </a:p>
          </p:txBody>
        </p:sp>
        <p:sp>
          <p:nvSpPr>
            <p:cNvPr id="47251" name="Text Box 147"/>
            <p:cNvSpPr txBox="1">
              <a:spLocks noChangeArrowheads="1"/>
            </p:cNvSpPr>
            <p:nvPr/>
          </p:nvSpPr>
          <p:spPr bwMode="auto">
            <a:xfrm>
              <a:off x="3216" y="2295"/>
              <a:ext cx="336" cy="250"/>
            </a:xfrm>
            <a:prstGeom prst="rect">
              <a:avLst/>
            </a:prstGeom>
            <a:noFill/>
            <a:ln w="9525">
              <a:noFill/>
              <a:miter lim="800000"/>
              <a:headEnd/>
              <a:tailEnd/>
            </a:ln>
          </p:spPr>
          <p:txBody>
            <a:bodyPr>
              <a:spAutoFit/>
            </a:bodyPr>
            <a:lstStyle/>
            <a:p>
              <a:r>
                <a:rPr lang="en-US" sz="2000"/>
                <a:t>F6</a:t>
              </a:r>
            </a:p>
          </p:txBody>
        </p:sp>
        <p:sp>
          <p:nvSpPr>
            <p:cNvPr id="47252" name="Text Box 148"/>
            <p:cNvSpPr txBox="1">
              <a:spLocks noChangeArrowheads="1"/>
            </p:cNvSpPr>
            <p:nvPr/>
          </p:nvSpPr>
          <p:spPr bwMode="auto">
            <a:xfrm>
              <a:off x="3456" y="1853"/>
              <a:ext cx="336" cy="250"/>
            </a:xfrm>
            <a:prstGeom prst="rect">
              <a:avLst/>
            </a:prstGeom>
            <a:noFill/>
            <a:ln w="9525">
              <a:noFill/>
              <a:miter lim="800000"/>
              <a:headEnd/>
              <a:tailEnd/>
            </a:ln>
          </p:spPr>
          <p:txBody>
            <a:bodyPr>
              <a:spAutoFit/>
            </a:bodyPr>
            <a:lstStyle/>
            <a:p>
              <a:r>
                <a:rPr lang="en-US" sz="2000"/>
                <a:t>F7</a:t>
              </a:r>
            </a:p>
          </p:txBody>
        </p:sp>
        <p:sp>
          <p:nvSpPr>
            <p:cNvPr id="47253" name="AutoShape 149"/>
            <p:cNvSpPr>
              <a:spLocks noChangeArrowheads="1"/>
            </p:cNvSpPr>
            <p:nvPr/>
          </p:nvSpPr>
          <p:spPr bwMode="auto">
            <a:xfrm rot="-5400000">
              <a:off x="1430" y="1713"/>
              <a:ext cx="633" cy="461"/>
            </a:xfrm>
            <a:prstGeom prst="hexagon">
              <a:avLst>
                <a:gd name="adj" fmla="val 36921"/>
                <a:gd name="vf" fmla="val 115470"/>
              </a:avLst>
            </a:prstGeom>
            <a:solidFill>
              <a:srgbClr val="3399FF"/>
            </a:solidFill>
            <a:ln w="9525">
              <a:solidFill>
                <a:schemeClr val="tx1"/>
              </a:solidFill>
              <a:miter lim="800000"/>
              <a:headEnd/>
              <a:tailEnd/>
            </a:ln>
          </p:spPr>
          <p:txBody>
            <a:bodyPr wrap="none" anchor="ctr"/>
            <a:lstStyle/>
            <a:p>
              <a:endParaRPr lang="en-US"/>
            </a:p>
          </p:txBody>
        </p:sp>
        <p:sp>
          <p:nvSpPr>
            <p:cNvPr id="47254" name="AutoShape 150"/>
            <p:cNvSpPr>
              <a:spLocks noChangeArrowheads="1"/>
            </p:cNvSpPr>
            <p:nvPr/>
          </p:nvSpPr>
          <p:spPr bwMode="auto">
            <a:xfrm rot="-5400000">
              <a:off x="3510" y="2173"/>
              <a:ext cx="622" cy="455"/>
            </a:xfrm>
            <a:prstGeom prst="hexagon">
              <a:avLst>
                <a:gd name="adj" fmla="val 36758"/>
                <a:gd name="vf" fmla="val 115470"/>
              </a:avLst>
            </a:prstGeom>
            <a:solidFill>
              <a:srgbClr val="3399FF"/>
            </a:solidFill>
            <a:ln w="9525">
              <a:solidFill>
                <a:schemeClr val="tx1"/>
              </a:solidFill>
              <a:miter lim="800000"/>
              <a:headEnd/>
              <a:tailEnd/>
            </a:ln>
          </p:spPr>
          <p:txBody>
            <a:bodyPr wrap="none" anchor="ctr"/>
            <a:lstStyle/>
            <a:p>
              <a:endParaRPr lang="en-US"/>
            </a:p>
          </p:txBody>
        </p:sp>
        <p:sp>
          <p:nvSpPr>
            <p:cNvPr id="47255" name="Text Box 151"/>
            <p:cNvSpPr txBox="1">
              <a:spLocks noChangeArrowheads="1"/>
            </p:cNvSpPr>
            <p:nvPr/>
          </p:nvSpPr>
          <p:spPr bwMode="auto">
            <a:xfrm>
              <a:off x="3648" y="2285"/>
              <a:ext cx="336" cy="250"/>
            </a:xfrm>
            <a:prstGeom prst="rect">
              <a:avLst/>
            </a:prstGeom>
            <a:noFill/>
            <a:ln w="9525">
              <a:noFill/>
              <a:miter lim="800000"/>
              <a:headEnd/>
              <a:tailEnd/>
            </a:ln>
          </p:spPr>
          <p:txBody>
            <a:bodyPr>
              <a:spAutoFit/>
            </a:bodyPr>
            <a:lstStyle/>
            <a:p>
              <a:pPr algn="ctr"/>
              <a:r>
                <a:rPr lang="en-US" sz="2000">
                  <a:solidFill>
                    <a:schemeClr val="hlink"/>
                  </a:solidFill>
                </a:rPr>
                <a:t>F1</a:t>
              </a:r>
            </a:p>
          </p:txBody>
        </p:sp>
        <p:sp>
          <p:nvSpPr>
            <p:cNvPr id="47256" name="AutoShape 152"/>
            <p:cNvSpPr>
              <a:spLocks noChangeArrowheads="1"/>
            </p:cNvSpPr>
            <p:nvPr/>
          </p:nvSpPr>
          <p:spPr bwMode="auto">
            <a:xfrm rot="-5400000">
              <a:off x="2356" y="2644"/>
              <a:ext cx="628" cy="455"/>
            </a:xfrm>
            <a:prstGeom prst="hexagon">
              <a:avLst>
                <a:gd name="adj" fmla="val 37113"/>
                <a:gd name="vf" fmla="val 115470"/>
              </a:avLst>
            </a:prstGeom>
            <a:solidFill>
              <a:srgbClr val="3399FF"/>
            </a:solidFill>
            <a:ln w="9525">
              <a:solidFill>
                <a:schemeClr val="tx1"/>
              </a:solidFill>
              <a:miter lim="800000"/>
              <a:headEnd/>
              <a:tailEnd/>
            </a:ln>
          </p:spPr>
          <p:txBody>
            <a:bodyPr wrap="none" anchor="ctr"/>
            <a:lstStyle/>
            <a:p>
              <a:endParaRPr lang="en-US"/>
            </a:p>
          </p:txBody>
        </p:sp>
        <p:sp>
          <p:nvSpPr>
            <p:cNvPr id="47257" name="Text Box 153"/>
            <p:cNvSpPr txBox="1">
              <a:spLocks noChangeArrowheads="1"/>
            </p:cNvSpPr>
            <p:nvPr/>
          </p:nvSpPr>
          <p:spPr bwMode="auto">
            <a:xfrm>
              <a:off x="2496" y="2737"/>
              <a:ext cx="336" cy="250"/>
            </a:xfrm>
            <a:prstGeom prst="rect">
              <a:avLst/>
            </a:prstGeom>
            <a:noFill/>
            <a:ln w="9525">
              <a:noFill/>
              <a:miter lim="800000"/>
              <a:headEnd/>
              <a:tailEnd/>
            </a:ln>
          </p:spPr>
          <p:txBody>
            <a:bodyPr>
              <a:spAutoFit/>
            </a:bodyPr>
            <a:lstStyle/>
            <a:p>
              <a:pPr algn="ctr"/>
              <a:r>
                <a:rPr lang="en-US" sz="2000">
                  <a:solidFill>
                    <a:schemeClr val="hlink"/>
                  </a:solidFill>
                </a:rPr>
                <a:t>F1</a:t>
              </a:r>
            </a:p>
          </p:txBody>
        </p:sp>
        <p:sp>
          <p:nvSpPr>
            <p:cNvPr id="47258" name="Text Box 154"/>
            <p:cNvSpPr txBox="1">
              <a:spLocks noChangeArrowheads="1"/>
            </p:cNvSpPr>
            <p:nvPr/>
          </p:nvSpPr>
          <p:spPr bwMode="auto">
            <a:xfrm>
              <a:off x="1584" y="1815"/>
              <a:ext cx="336" cy="250"/>
            </a:xfrm>
            <a:prstGeom prst="rect">
              <a:avLst/>
            </a:prstGeom>
            <a:noFill/>
            <a:ln w="9525">
              <a:noFill/>
              <a:miter lim="800000"/>
              <a:headEnd/>
              <a:tailEnd/>
            </a:ln>
          </p:spPr>
          <p:txBody>
            <a:bodyPr>
              <a:spAutoFit/>
            </a:bodyPr>
            <a:lstStyle/>
            <a:p>
              <a:r>
                <a:rPr lang="en-US" sz="2000">
                  <a:solidFill>
                    <a:schemeClr val="hlink"/>
                  </a:solidFill>
                </a:rPr>
                <a:t>F1</a:t>
              </a:r>
            </a:p>
          </p:txBody>
        </p:sp>
        <p:sp>
          <p:nvSpPr>
            <p:cNvPr id="47259" name="AutoShape 155"/>
            <p:cNvSpPr>
              <a:spLocks noChangeArrowheads="1"/>
            </p:cNvSpPr>
            <p:nvPr/>
          </p:nvSpPr>
          <p:spPr bwMode="auto">
            <a:xfrm rot="-5400000">
              <a:off x="2594" y="1261"/>
              <a:ext cx="622" cy="455"/>
            </a:xfrm>
            <a:prstGeom prst="hexagon">
              <a:avLst>
                <a:gd name="adj" fmla="val 36758"/>
                <a:gd name="vf" fmla="val 115470"/>
              </a:avLst>
            </a:prstGeom>
            <a:solidFill>
              <a:srgbClr val="3399FF"/>
            </a:solidFill>
            <a:ln w="19050">
              <a:solidFill>
                <a:schemeClr val="tx1"/>
              </a:solidFill>
              <a:miter lim="800000"/>
              <a:headEnd/>
              <a:tailEnd/>
            </a:ln>
          </p:spPr>
          <p:txBody>
            <a:bodyPr wrap="none" anchor="ctr"/>
            <a:lstStyle/>
            <a:p>
              <a:endParaRPr lang="en-US"/>
            </a:p>
          </p:txBody>
        </p:sp>
        <p:sp>
          <p:nvSpPr>
            <p:cNvPr id="47260" name="Text Box 156"/>
            <p:cNvSpPr txBox="1">
              <a:spLocks noChangeArrowheads="1"/>
            </p:cNvSpPr>
            <p:nvPr/>
          </p:nvSpPr>
          <p:spPr bwMode="auto">
            <a:xfrm>
              <a:off x="2725" y="1383"/>
              <a:ext cx="336" cy="250"/>
            </a:xfrm>
            <a:prstGeom prst="rect">
              <a:avLst/>
            </a:prstGeom>
            <a:noFill/>
            <a:ln w="9525">
              <a:noFill/>
              <a:miter lim="800000"/>
              <a:headEnd/>
              <a:tailEnd/>
            </a:ln>
          </p:spPr>
          <p:txBody>
            <a:bodyPr>
              <a:spAutoFit/>
            </a:bodyPr>
            <a:lstStyle/>
            <a:p>
              <a:pPr algn="ctr"/>
              <a:r>
                <a:rPr lang="en-US" sz="2000">
                  <a:solidFill>
                    <a:schemeClr val="hlink"/>
                  </a:solidFill>
                </a:rPr>
                <a:t>F1</a:t>
              </a:r>
            </a:p>
          </p:txBody>
        </p:sp>
        <p:sp>
          <p:nvSpPr>
            <p:cNvPr id="47261" name="Line 157"/>
            <p:cNvSpPr>
              <a:spLocks noChangeShapeType="1"/>
            </p:cNvSpPr>
            <p:nvPr/>
          </p:nvSpPr>
          <p:spPr bwMode="auto">
            <a:xfrm flipH="1">
              <a:off x="768" y="2016"/>
              <a:ext cx="912" cy="912"/>
            </a:xfrm>
            <a:prstGeom prst="line">
              <a:avLst/>
            </a:prstGeom>
            <a:noFill/>
            <a:ln w="9525">
              <a:solidFill>
                <a:schemeClr val="tx1"/>
              </a:solidFill>
              <a:round/>
              <a:headEnd/>
              <a:tailEnd/>
            </a:ln>
          </p:spPr>
          <p:txBody>
            <a:bodyPr/>
            <a:lstStyle/>
            <a:p>
              <a:endParaRPr lang="en-US"/>
            </a:p>
          </p:txBody>
        </p:sp>
        <p:sp>
          <p:nvSpPr>
            <p:cNvPr id="47262" name="Line 158"/>
            <p:cNvSpPr>
              <a:spLocks noChangeShapeType="1"/>
            </p:cNvSpPr>
            <p:nvPr/>
          </p:nvSpPr>
          <p:spPr bwMode="auto">
            <a:xfrm flipH="1">
              <a:off x="1728" y="2928"/>
              <a:ext cx="912" cy="912"/>
            </a:xfrm>
            <a:prstGeom prst="line">
              <a:avLst/>
            </a:prstGeom>
            <a:noFill/>
            <a:ln w="9525">
              <a:solidFill>
                <a:schemeClr val="tx1"/>
              </a:solidFill>
              <a:round/>
              <a:headEnd/>
              <a:tailEnd/>
            </a:ln>
          </p:spPr>
          <p:txBody>
            <a:bodyPr/>
            <a:lstStyle/>
            <a:p>
              <a:endParaRPr lang="en-US"/>
            </a:p>
          </p:txBody>
        </p:sp>
        <p:sp>
          <p:nvSpPr>
            <p:cNvPr id="47263" name="Line 159"/>
            <p:cNvSpPr>
              <a:spLocks noChangeShapeType="1"/>
            </p:cNvSpPr>
            <p:nvPr/>
          </p:nvSpPr>
          <p:spPr bwMode="auto">
            <a:xfrm>
              <a:off x="960" y="2736"/>
              <a:ext cx="912" cy="912"/>
            </a:xfrm>
            <a:prstGeom prst="line">
              <a:avLst/>
            </a:prstGeom>
            <a:noFill/>
            <a:ln w="9525">
              <a:solidFill>
                <a:schemeClr val="tx1"/>
              </a:solidFill>
              <a:round/>
              <a:headEnd type="triangle" w="sm" len="sm"/>
              <a:tailEnd type="triangle" w="sm" len="sm"/>
            </a:ln>
          </p:spPr>
          <p:txBody>
            <a:bodyPr/>
            <a:lstStyle/>
            <a:p>
              <a:endParaRPr lang="en-US"/>
            </a:p>
          </p:txBody>
        </p:sp>
        <p:sp>
          <p:nvSpPr>
            <p:cNvPr id="47264" name="Text Box 160"/>
            <p:cNvSpPr txBox="1">
              <a:spLocks noChangeArrowheads="1"/>
            </p:cNvSpPr>
            <p:nvPr/>
          </p:nvSpPr>
          <p:spPr bwMode="auto">
            <a:xfrm rot="2700079">
              <a:off x="773" y="3220"/>
              <a:ext cx="1200" cy="231"/>
            </a:xfrm>
            <a:prstGeom prst="rect">
              <a:avLst/>
            </a:prstGeom>
            <a:noFill/>
            <a:ln w="9525">
              <a:noFill/>
              <a:miter lim="800000"/>
              <a:headEnd/>
              <a:tailEnd/>
            </a:ln>
          </p:spPr>
          <p:txBody>
            <a:bodyPr>
              <a:spAutoFit/>
            </a:bodyPr>
            <a:lstStyle/>
            <a:p>
              <a:pPr>
                <a:spcBef>
                  <a:spcPct val="50000"/>
                </a:spcBef>
              </a:pPr>
              <a:r>
                <a:rPr lang="en-US" sz="1800">
                  <a:solidFill>
                    <a:schemeClr val="folHlink"/>
                  </a:solidFill>
                </a:rPr>
                <a:t>Reuse distance D</a:t>
              </a:r>
            </a:p>
          </p:txBody>
        </p:sp>
      </p:grpSp>
    </p:spTree>
  </p:cSld>
  <p:clrMapOvr>
    <a:masterClrMapping/>
  </p:clrMapOvr>
  <p:transition spd="med">
    <p:pull dir="ld"/>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Slide Number Placeholder 4"/>
          <p:cNvSpPr>
            <a:spLocks noGrp="1"/>
          </p:cNvSpPr>
          <p:nvPr>
            <p:ph type="sldNum" sz="quarter" idx="12"/>
          </p:nvPr>
        </p:nvSpPr>
        <p:spPr>
          <a:noFill/>
        </p:spPr>
        <p:txBody>
          <a:bodyPr/>
          <a:lstStyle/>
          <a:p>
            <a:fld id="{15C38ED9-B290-48B7-891A-6098171E3158}" type="slidenum">
              <a:rPr lang="en-US" smtClean="0"/>
              <a:pPr/>
              <a:t>32</a:t>
            </a:fld>
            <a:endParaRPr lang="en-US"/>
          </a:p>
        </p:txBody>
      </p:sp>
      <p:sp>
        <p:nvSpPr>
          <p:cNvPr id="4101" name="Rectangle 2"/>
          <p:cNvSpPr>
            <a:spLocks noGrp="1" noChangeArrowheads="1"/>
          </p:cNvSpPr>
          <p:nvPr>
            <p:ph type="title"/>
          </p:nvPr>
        </p:nvSpPr>
        <p:spPr>
          <a:xfrm>
            <a:off x="990600" y="152400"/>
            <a:ext cx="7772400" cy="762000"/>
          </a:xfrm>
          <a:noFill/>
        </p:spPr>
        <p:txBody>
          <a:bodyPr/>
          <a:lstStyle/>
          <a:p>
            <a:pPr eaLnBrk="1" hangingPunct="1"/>
            <a:r>
              <a:rPr lang="en-US" sz="3600" b="1">
                <a:solidFill>
                  <a:schemeClr val="tx1"/>
                </a:solidFill>
              </a:rPr>
              <a:t>Reuse Distance</a:t>
            </a:r>
          </a:p>
        </p:txBody>
      </p:sp>
      <p:sp>
        <p:nvSpPr>
          <p:cNvPr id="4102" name="Text Box 88"/>
          <p:cNvSpPr txBox="1">
            <a:spLocks noChangeArrowheads="1"/>
          </p:cNvSpPr>
          <p:nvPr/>
        </p:nvSpPr>
        <p:spPr bwMode="auto">
          <a:xfrm>
            <a:off x="4876800" y="1600200"/>
            <a:ext cx="4114800" cy="822325"/>
          </a:xfrm>
          <a:prstGeom prst="rect">
            <a:avLst/>
          </a:prstGeom>
          <a:noFill/>
          <a:ln w="9525">
            <a:noFill/>
            <a:miter lim="800000"/>
            <a:headEnd/>
            <a:tailEnd/>
          </a:ln>
        </p:spPr>
        <p:txBody>
          <a:bodyPr>
            <a:spAutoFit/>
          </a:bodyPr>
          <a:lstStyle/>
          <a:p>
            <a:pPr>
              <a:spcBef>
                <a:spcPct val="50000"/>
              </a:spcBef>
              <a:buFontTx/>
              <a:buChar char="•"/>
            </a:pPr>
            <a:r>
              <a:rPr lang="en-US"/>
              <a:t> For hexagonal cells, the reuse  distance is given by</a:t>
            </a:r>
          </a:p>
        </p:txBody>
      </p:sp>
      <p:graphicFrame>
        <p:nvGraphicFramePr>
          <p:cNvPr id="4098" name="Object 89"/>
          <p:cNvGraphicFramePr>
            <a:graphicFrameLocks noChangeAspect="1"/>
          </p:cNvGraphicFramePr>
          <p:nvPr/>
        </p:nvGraphicFramePr>
        <p:xfrm>
          <a:off x="5486400" y="2590800"/>
          <a:ext cx="1371600" cy="433388"/>
        </p:xfrm>
        <a:graphic>
          <a:graphicData uri="http://schemas.openxmlformats.org/presentationml/2006/ole">
            <mc:AlternateContent xmlns:mc="http://schemas.openxmlformats.org/markup-compatibility/2006">
              <mc:Choice xmlns:v="urn:schemas-microsoft-com:vml" Requires="v">
                <p:oleObj spid="_x0000_s4194" name="Equation" r:id="rId3" imgW="723586" imgH="228501" progId="Equation.3">
                  <p:embed/>
                </p:oleObj>
              </mc:Choice>
              <mc:Fallback>
                <p:oleObj name="Equation" r:id="rId3" imgW="723586" imgH="228501" progId="Equation.3">
                  <p:embed/>
                  <p:pic>
                    <p:nvPicPr>
                      <p:cNvPr id="0"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2590800"/>
                        <a:ext cx="1371600"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3" name="Text Box 94"/>
          <p:cNvSpPr txBox="1">
            <a:spLocks noChangeArrowheads="1"/>
          </p:cNvSpPr>
          <p:nvPr/>
        </p:nvSpPr>
        <p:spPr bwMode="auto">
          <a:xfrm>
            <a:off x="5105400" y="3200400"/>
            <a:ext cx="3886200" cy="1006475"/>
          </a:xfrm>
          <a:prstGeom prst="rect">
            <a:avLst/>
          </a:prstGeom>
          <a:noFill/>
          <a:ln w="9525">
            <a:noFill/>
            <a:miter lim="800000"/>
            <a:headEnd/>
            <a:tailEnd/>
          </a:ln>
        </p:spPr>
        <p:txBody>
          <a:bodyPr>
            <a:spAutoFit/>
          </a:bodyPr>
          <a:lstStyle/>
          <a:p>
            <a:pPr>
              <a:spcBef>
                <a:spcPct val="50000"/>
              </a:spcBef>
            </a:pPr>
            <a:r>
              <a:rPr lang="en-US" sz="2000"/>
              <a:t>where </a:t>
            </a:r>
            <a:r>
              <a:rPr lang="en-US" sz="2000" i="1"/>
              <a:t>R</a:t>
            </a:r>
            <a:r>
              <a:rPr lang="en-US" sz="2000"/>
              <a:t> is cell radius and </a:t>
            </a:r>
            <a:r>
              <a:rPr lang="en-US" sz="2000" i="1"/>
              <a:t>N</a:t>
            </a:r>
            <a:r>
              <a:rPr lang="en-US" sz="2000"/>
              <a:t> is the reuse pattern (the cluster size or the number of cells per cluster).</a:t>
            </a:r>
          </a:p>
        </p:txBody>
      </p:sp>
      <p:graphicFrame>
        <p:nvGraphicFramePr>
          <p:cNvPr id="4099" name="Object 95"/>
          <p:cNvGraphicFramePr>
            <a:graphicFrameLocks noChangeAspect="1"/>
          </p:cNvGraphicFramePr>
          <p:nvPr/>
        </p:nvGraphicFramePr>
        <p:xfrm>
          <a:off x="5068888" y="4733925"/>
          <a:ext cx="2278062" cy="1000125"/>
        </p:xfrm>
        <a:graphic>
          <a:graphicData uri="http://schemas.openxmlformats.org/presentationml/2006/ole">
            <mc:AlternateContent xmlns:mc="http://schemas.openxmlformats.org/markup-compatibility/2006">
              <mc:Choice xmlns:v="urn:schemas-microsoft-com:vml" Requires="v">
                <p:oleObj spid="_x0000_s4195" name="Equation" r:id="rId5" imgW="1155700" imgH="508000" progId="Equation.3">
                  <p:embed/>
                </p:oleObj>
              </mc:Choice>
              <mc:Fallback>
                <p:oleObj name="Equation" r:id="rId5" imgW="1155700" imgH="508000" progId="Equation.3">
                  <p:embed/>
                  <p:pic>
                    <p:nvPicPr>
                      <p:cNvPr id="0" name="Picture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8888" y="4733925"/>
                        <a:ext cx="2278062" cy="1000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4" name="Text Box 96"/>
          <p:cNvSpPr txBox="1">
            <a:spLocks noChangeArrowheads="1"/>
          </p:cNvSpPr>
          <p:nvPr/>
        </p:nvSpPr>
        <p:spPr bwMode="auto">
          <a:xfrm>
            <a:off x="4876800" y="4267200"/>
            <a:ext cx="4114800" cy="457200"/>
          </a:xfrm>
          <a:prstGeom prst="rect">
            <a:avLst/>
          </a:prstGeom>
          <a:noFill/>
          <a:ln w="9525">
            <a:noFill/>
            <a:miter lim="800000"/>
            <a:headEnd/>
            <a:tailEnd/>
          </a:ln>
        </p:spPr>
        <p:txBody>
          <a:bodyPr>
            <a:spAutoFit/>
          </a:bodyPr>
          <a:lstStyle/>
          <a:p>
            <a:pPr>
              <a:spcBef>
                <a:spcPct val="50000"/>
              </a:spcBef>
              <a:buFontTx/>
              <a:buChar char="•"/>
            </a:pPr>
            <a:r>
              <a:rPr lang="en-US"/>
              <a:t> Reuse factor is</a:t>
            </a:r>
          </a:p>
        </p:txBody>
      </p:sp>
      <p:grpSp>
        <p:nvGrpSpPr>
          <p:cNvPr id="4105" name="Group 99"/>
          <p:cNvGrpSpPr>
            <a:grpSpLocks/>
          </p:cNvGrpSpPr>
          <p:nvPr/>
        </p:nvGrpSpPr>
        <p:grpSpPr bwMode="auto">
          <a:xfrm>
            <a:off x="381000" y="1295400"/>
            <a:ext cx="4114800" cy="5029200"/>
            <a:chOff x="240" y="816"/>
            <a:chExt cx="2592" cy="3168"/>
          </a:xfrm>
        </p:grpSpPr>
        <p:sp>
          <p:nvSpPr>
            <p:cNvPr id="4106" name="Line 3"/>
            <p:cNvSpPr>
              <a:spLocks noChangeShapeType="1"/>
            </p:cNvSpPr>
            <p:nvPr/>
          </p:nvSpPr>
          <p:spPr bwMode="auto">
            <a:xfrm>
              <a:off x="1449" y="1853"/>
              <a:ext cx="0" cy="288"/>
            </a:xfrm>
            <a:prstGeom prst="line">
              <a:avLst/>
            </a:prstGeom>
            <a:noFill/>
            <a:ln w="9525">
              <a:solidFill>
                <a:schemeClr val="tx1"/>
              </a:solidFill>
              <a:round/>
              <a:headEnd/>
              <a:tailEnd/>
            </a:ln>
          </p:spPr>
          <p:txBody>
            <a:bodyPr/>
            <a:lstStyle/>
            <a:p>
              <a:endParaRPr lang="en-US"/>
            </a:p>
          </p:txBody>
        </p:sp>
        <p:sp>
          <p:nvSpPr>
            <p:cNvPr id="4107" name="Line 4"/>
            <p:cNvSpPr>
              <a:spLocks noChangeShapeType="1"/>
            </p:cNvSpPr>
            <p:nvPr/>
          </p:nvSpPr>
          <p:spPr bwMode="auto">
            <a:xfrm flipH="1">
              <a:off x="1219" y="2141"/>
              <a:ext cx="230" cy="173"/>
            </a:xfrm>
            <a:prstGeom prst="line">
              <a:avLst/>
            </a:prstGeom>
            <a:noFill/>
            <a:ln w="9525">
              <a:solidFill>
                <a:schemeClr val="tx1"/>
              </a:solidFill>
              <a:round/>
              <a:headEnd/>
              <a:tailEnd/>
            </a:ln>
          </p:spPr>
          <p:txBody>
            <a:bodyPr/>
            <a:lstStyle/>
            <a:p>
              <a:endParaRPr lang="en-US"/>
            </a:p>
          </p:txBody>
        </p:sp>
        <p:sp>
          <p:nvSpPr>
            <p:cNvPr id="4108" name="Line 5"/>
            <p:cNvSpPr>
              <a:spLocks noChangeShapeType="1"/>
            </p:cNvSpPr>
            <p:nvPr/>
          </p:nvSpPr>
          <p:spPr bwMode="auto">
            <a:xfrm flipH="1" flipV="1">
              <a:off x="1449" y="2141"/>
              <a:ext cx="231" cy="173"/>
            </a:xfrm>
            <a:prstGeom prst="line">
              <a:avLst/>
            </a:prstGeom>
            <a:noFill/>
            <a:ln w="9525">
              <a:solidFill>
                <a:schemeClr val="tx1"/>
              </a:solidFill>
              <a:round/>
              <a:headEnd/>
              <a:tailEnd/>
            </a:ln>
          </p:spPr>
          <p:txBody>
            <a:bodyPr/>
            <a:lstStyle/>
            <a:p>
              <a:endParaRPr lang="en-US"/>
            </a:p>
          </p:txBody>
        </p:sp>
        <p:sp>
          <p:nvSpPr>
            <p:cNvPr id="4109" name="Line 6"/>
            <p:cNvSpPr>
              <a:spLocks noChangeShapeType="1"/>
            </p:cNvSpPr>
            <p:nvPr/>
          </p:nvSpPr>
          <p:spPr bwMode="auto">
            <a:xfrm>
              <a:off x="1910" y="1853"/>
              <a:ext cx="0" cy="288"/>
            </a:xfrm>
            <a:prstGeom prst="line">
              <a:avLst/>
            </a:prstGeom>
            <a:noFill/>
            <a:ln w="28575">
              <a:solidFill>
                <a:schemeClr val="tx1"/>
              </a:solidFill>
              <a:round/>
              <a:headEnd/>
              <a:tailEnd/>
            </a:ln>
          </p:spPr>
          <p:txBody>
            <a:bodyPr/>
            <a:lstStyle/>
            <a:p>
              <a:endParaRPr lang="en-US"/>
            </a:p>
          </p:txBody>
        </p:sp>
        <p:sp>
          <p:nvSpPr>
            <p:cNvPr id="4110" name="Line 7"/>
            <p:cNvSpPr>
              <a:spLocks noChangeShapeType="1"/>
            </p:cNvSpPr>
            <p:nvPr/>
          </p:nvSpPr>
          <p:spPr bwMode="auto">
            <a:xfrm flipH="1">
              <a:off x="1680" y="2141"/>
              <a:ext cx="230" cy="173"/>
            </a:xfrm>
            <a:prstGeom prst="line">
              <a:avLst/>
            </a:prstGeom>
            <a:noFill/>
            <a:ln w="9525">
              <a:solidFill>
                <a:schemeClr val="tx1"/>
              </a:solidFill>
              <a:round/>
              <a:headEnd/>
              <a:tailEnd/>
            </a:ln>
          </p:spPr>
          <p:txBody>
            <a:bodyPr/>
            <a:lstStyle/>
            <a:p>
              <a:endParaRPr lang="en-US"/>
            </a:p>
          </p:txBody>
        </p:sp>
        <p:sp>
          <p:nvSpPr>
            <p:cNvPr id="4111" name="Line 8"/>
            <p:cNvSpPr>
              <a:spLocks noChangeShapeType="1"/>
            </p:cNvSpPr>
            <p:nvPr/>
          </p:nvSpPr>
          <p:spPr bwMode="auto">
            <a:xfrm flipH="1" flipV="1">
              <a:off x="1910" y="2141"/>
              <a:ext cx="231" cy="173"/>
            </a:xfrm>
            <a:prstGeom prst="line">
              <a:avLst/>
            </a:prstGeom>
            <a:noFill/>
            <a:ln w="9525">
              <a:solidFill>
                <a:schemeClr val="tx1"/>
              </a:solidFill>
              <a:round/>
              <a:headEnd/>
              <a:tailEnd/>
            </a:ln>
          </p:spPr>
          <p:txBody>
            <a:bodyPr/>
            <a:lstStyle/>
            <a:p>
              <a:endParaRPr lang="en-US"/>
            </a:p>
          </p:txBody>
        </p:sp>
        <p:sp>
          <p:nvSpPr>
            <p:cNvPr id="4112" name="Line 9"/>
            <p:cNvSpPr>
              <a:spLocks noChangeShapeType="1"/>
            </p:cNvSpPr>
            <p:nvPr/>
          </p:nvSpPr>
          <p:spPr bwMode="auto">
            <a:xfrm>
              <a:off x="528" y="1853"/>
              <a:ext cx="0" cy="288"/>
            </a:xfrm>
            <a:prstGeom prst="line">
              <a:avLst/>
            </a:prstGeom>
            <a:noFill/>
            <a:ln w="28575">
              <a:solidFill>
                <a:schemeClr val="tx1"/>
              </a:solidFill>
              <a:round/>
              <a:headEnd/>
              <a:tailEnd/>
            </a:ln>
          </p:spPr>
          <p:txBody>
            <a:bodyPr/>
            <a:lstStyle/>
            <a:p>
              <a:endParaRPr lang="en-US"/>
            </a:p>
          </p:txBody>
        </p:sp>
        <p:sp>
          <p:nvSpPr>
            <p:cNvPr id="4113" name="Line 10"/>
            <p:cNvSpPr>
              <a:spLocks noChangeShapeType="1"/>
            </p:cNvSpPr>
            <p:nvPr/>
          </p:nvSpPr>
          <p:spPr bwMode="auto">
            <a:xfrm flipH="1" flipV="1">
              <a:off x="528" y="2141"/>
              <a:ext cx="230" cy="173"/>
            </a:xfrm>
            <a:prstGeom prst="line">
              <a:avLst/>
            </a:prstGeom>
            <a:noFill/>
            <a:ln w="28575">
              <a:solidFill>
                <a:schemeClr val="tx1"/>
              </a:solidFill>
              <a:round/>
              <a:headEnd/>
              <a:tailEnd/>
            </a:ln>
          </p:spPr>
          <p:txBody>
            <a:bodyPr/>
            <a:lstStyle/>
            <a:p>
              <a:endParaRPr lang="en-US"/>
            </a:p>
          </p:txBody>
        </p:sp>
        <p:sp>
          <p:nvSpPr>
            <p:cNvPr id="4114" name="Line 11"/>
            <p:cNvSpPr>
              <a:spLocks noChangeShapeType="1"/>
            </p:cNvSpPr>
            <p:nvPr/>
          </p:nvSpPr>
          <p:spPr bwMode="auto">
            <a:xfrm>
              <a:off x="989" y="1853"/>
              <a:ext cx="0" cy="288"/>
            </a:xfrm>
            <a:prstGeom prst="line">
              <a:avLst/>
            </a:prstGeom>
            <a:noFill/>
            <a:ln w="9525">
              <a:solidFill>
                <a:schemeClr val="tx1"/>
              </a:solidFill>
              <a:round/>
              <a:headEnd/>
              <a:tailEnd/>
            </a:ln>
          </p:spPr>
          <p:txBody>
            <a:bodyPr/>
            <a:lstStyle/>
            <a:p>
              <a:endParaRPr lang="en-US"/>
            </a:p>
          </p:txBody>
        </p:sp>
        <p:sp>
          <p:nvSpPr>
            <p:cNvPr id="4115" name="Line 12"/>
            <p:cNvSpPr>
              <a:spLocks noChangeShapeType="1"/>
            </p:cNvSpPr>
            <p:nvPr/>
          </p:nvSpPr>
          <p:spPr bwMode="auto">
            <a:xfrm flipH="1">
              <a:off x="758" y="2141"/>
              <a:ext cx="231" cy="173"/>
            </a:xfrm>
            <a:prstGeom prst="line">
              <a:avLst/>
            </a:prstGeom>
            <a:noFill/>
            <a:ln w="9525">
              <a:solidFill>
                <a:schemeClr val="tx1"/>
              </a:solidFill>
              <a:round/>
              <a:headEnd/>
              <a:tailEnd/>
            </a:ln>
          </p:spPr>
          <p:txBody>
            <a:bodyPr/>
            <a:lstStyle/>
            <a:p>
              <a:endParaRPr lang="en-US"/>
            </a:p>
          </p:txBody>
        </p:sp>
        <p:sp>
          <p:nvSpPr>
            <p:cNvPr id="4116" name="Line 13"/>
            <p:cNvSpPr>
              <a:spLocks noChangeShapeType="1"/>
            </p:cNvSpPr>
            <p:nvPr/>
          </p:nvSpPr>
          <p:spPr bwMode="auto">
            <a:xfrm flipH="1" flipV="1">
              <a:off x="989" y="2141"/>
              <a:ext cx="230" cy="173"/>
            </a:xfrm>
            <a:prstGeom prst="line">
              <a:avLst/>
            </a:prstGeom>
            <a:noFill/>
            <a:ln w="9525">
              <a:solidFill>
                <a:schemeClr val="tx1"/>
              </a:solidFill>
              <a:round/>
              <a:headEnd/>
              <a:tailEnd/>
            </a:ln>
          </p:spPr>
          <p:txBody>
            <a:bodyPr/>
            <a:lstStyle/>
            <a:p>
              <a:endParaRPr lang="en-US"/>
            </a:p>
          </p:txBody>
        </p:sp>
        <p:sp>
          <p:nvSpPr>
            <p:cNvPr id="4117" name="Line 14"/>
            <p:cNvSpPr>
              <a:spLocks noChangeShapeType="1"/>
            </p:cNvSpPr>
            <p:nvPr/>
          </p:nvSpPr>
          <p:spPr bwMode="auto">
            <a:xfrm>
              <a:off x="1219" y="2314"/>
              <a:ext cx="0" cy="288"/>
            </a:xfrm>
            <a:prstGeom prst="line">
              <a:avLst/>
            </a:prstGeom>
            <a:noFill/>
            <a:ln w="9525">
              <a:solidFill>
                <a:schemeClr val="tx1"/>
              </a:solidFill>
              <a:round/>
              <a:headEnd/>
              <a:tailEnd/>
            </a:ln>
          </p:spPr>
          <p:txBody>
            <a:bodyPr/>
            <a:lstStyle/>
            <a:p>
              <a:endParaRPr lang="en-US"/>
            </a:p>
          </p:txBody>
        </p:sp>
        <p:sp>
          <p:nvSpPr>
            <p:cNvPr id="4118" name="Line 15"/>
            <p:cNvSpPr>
              <a:spLocks noChangeShapeType="1"/>
            </p:cNvSpPr>
            <p:nvPr/>
          </p:nvSpPr>
          <p:spPr bwMode="auto">
            <a:xfrm flipH="1">
              <a:off x="989" y="2602"/>
              <a:ext cx="230" cy="173"/>
            </a:xfrm>
            <a:prstGeom prst="line">
              <a:avLst/>
            </a:prstGeom>
            <a:noFill/>
            <a:ln w="28575">
              <a:solidFill>
                <a:schemeClr val="tx1"/>
              </a:solidFill>
              <a:round/>
              <a:headEnd/>
              <a:tailEnd/>
            </a:ln>
          </p:spPr>
          <p:txBody>
            <a:bodyPr/>
            <a:lstStyle/>
            <a:p>
              <a:endParaRPr lang="en-US"/>
            </a:p>
          </p:txBody>
        </p:sp>
        <p:sp>
          <p:nvSpPr>
            <p:cNvPr id="4119" name="Line 16"/>
            <p:cNvSpPr>
              <a:spLocks noChangeShapeType="1"/>
            </p:cNvSpPr>
            <p:nvPr/>
          </p:nvSpPr>
          <p:spPr bwMode="auto">
            <a:xfrm flipH="1" flipV="1">
              <a:off x="1219" y="2602"/>
              <a:ext cx="230" cy="173"/>
            </a:xfrm>
            <a:prstGeom prst="line">
              <a:avLst/>
            </a:prstGeom>
            <a:noFill/>
            <a:ln w="28575">
              <a:solidFill>
                <a:schemeClr val="tx1"/>
              </a:solidFill>
              <a:round/>
              <a:headEnd/>
              <a:tailEnd/>
            </a:ln>
          </p:spPr>
          <p:txBody>
            <a:bodyPr/>
            <a:lstStyle/>
            <a:p>
              <a:endParaRPr lang="en-US"/>
            </a:p>
          </p:txBody>
        </p:sp>
        <p:sp>
          <p:nvSpPr>
            <p:cNvPr id="4120" name="Line 17"/>
            <p:cNvSpPr>
              <a:spLocks noChangeShapeType="1"/>
            </p:cNvSpPr>
            <p:nvPr/>
          </p:nvSpPr>
          <p:spPr bwMode="auto">
            <a:xfrm>
              <a:off x="1680" y="2314"/>
              <a:ext cx="0" cy="288"/>
            </a:xfrm>
            <a:prstGeom prst="line">
              <a:avLst/>
            </a:prstGeom>
            <a:noFill/>
            <a:ln w="9525">
              <a:solidFill>
                <a:schemeClr val="tx1"/>
              </a:solidFill>
              <a:round/>
              <a:headEnd/>
              <a:tailEnd/>
            </a:ln>
          </p:spPr>
          <p:txBody>
            <a:bodyPr/>
            <a:lstStyle/>
            <a:p>
              <a:endParaRPr lang="en-US"/>
            </a:p>
          </p:txBody>
        </p:sp>
        <p:sp>
          <p:nvSpPr>
            <p:cNvPr id="4121" name="Line 18"/>
            <p:cNvSpPr>
              <a:spLocks noChangeShapeType="1"/>
            </p:cNvSpPr>
            <p:nvPr/>
          </p:nvSpPr>
          <p:spPr bwMode="auto">
            <a:xfrm flipH="1">
              <a:off x="1449" y="2602"/>
              <a:ext cx="231" cy="173"/>
            </a:xfrm>
            <a:prstGeom prst="line">
              <a:avLst/>
            </a:prstGeom>
            <a:noFill/>
            <a:ln w="9525">
              <a:solidFill>
                <a:schemeClr val="tx1"/>
              </a:solidFill>
              <a:round/>
              <a:headEnd/>
              <a:tailEnd/>
            </a:ln>
          </p:spPr>
          <p:txBody>
            <a:bodyPr/>
            <a:lstStyle/>
            <a:p>
              <a:endParaRPr lang="en-US"/>
            </a:p>
          </p:txBody>
        </p:sp>
        <p:sp>
          <p:nvSpPr>
            <p:cNvPr id="4122" name="Line 19"/>
            <p:cNvSpPr>
              <a:spLocks noChangeShapeType="1"/>
            </p:cNvSpPr>
            <p:nvPr/>
          </p:nvSpPr>
          <p:spPr bwMode="auto">
            <a:xfrm>
              <a:off x="758" y="2314"/>
              <a:ext cx="0" cy="288"/>
            </a:xfrm>
            <a:prstGeom prst="line">
              <a:avLst/>
            </a:prstGeom>
            <a:noFill/>
            <a:ln w="28575">
              <a:solidFill>
                <a:schemeClr val="tx1"/>
              </a:solidFill>
              <a:round/>
              <a:headEnd/>
              <a:tailEnd/>
            </a:ln>
          </p:spPr>
          <p:txBody>
            <a:bodyPr/>
            <a:lstStyle/>
            <a:p>
              <a:endParaRPr lang="en-US"/>
            </a:p>
          </p:txBody>
        </p:sp>
        <p:sp>
          <p:nvSpPr>
            <p:cNvPr id="4123" name="Line 20"/>
            <p:cNvSpPr>
              <a:spLocks noChangeShapeType="1"/>
            </p:cNvSpPr>
            <p:nvPr/>
          </p:nvSpPr>
          <p:spPr bwMode="auto">
            <a:xfrm flipH="1" flipV="1">
              <a:off x="758" y="2602"/>
              <a:ext cx="231" cy="173"/>
            </a:xfrm>
            <a:prstGeom prst="line">
              <a:avLst/>
            </a:prstGeom>
            <a:noFill/>
            <a:ln w="28575">
              <a:solidFill>
                <a:schemeClr val="tx1"/>
              </a:solidFill>
              <a:round/>
              <a:headEnd/>
              <a:tailEnd/>
            </a:ln>
          </p:spPr>
          <p:txBody>
            <a:bodyPr/>
            <a:lstStyle/>
            <a:p>
              <a:endParaRPr lang="en-US"/>
            </a:p>
          </p:txBody>
        </p:sp>
        <p:sp>
          <p:nvSpPr>
            <p:cNvPr id="4124" name="Line 21"/>
            <p:cNvSpPr>
              <a:spLocks noChangeShapeType="1"/>
            </p:cNvSpPr>
            <p:nvPr/>
          </p:nvSpPr>
          <p:spPr bwMode="auto">
            <a:xfrm flipH="1">
              <a:off x="1219" y="1220"/>
              <a:ext cx="230" cy="172"/>
            </a:xfrm>
            <a:prstGeom prst="line">
              <a:avLst/>
            </a:prstGeom>
            <a:noFill/>
            <a:ln w="28575">
              <a:solidFill>
                <a:schemeClr val="tx1"/>
              </a:solidFill>
              <a:round/>
              <a:headEnd/>
              <a:tailEnd/>
            </a:ln>
          </p:spPr>
          <p:txBody>
            <a:bodyPr/>
            <a:lstStyle/>
            <a:p>
              <a:endParaRPr lang="en-US"/>
            </a:p>
          </p:txBody>
        </p:sp>
        <p:sp>
          <p:nvSpPr>
            <p:cNvPr id="4125" name="Line 22"/>
            <p:cNvSpPr>
              <a:spLocks noChangeShapeType="1"/>
            </p:cNvSpPr>
            <p:nvPr/>
          </p:nvSpPr>
          <p:spPr bwMode="auto">
            <a:xfrm flipH="1" flipV="1">
              <a:off x="1449" y="1220"/>
              <a:ext cx="231" cy="172"/>
            </a:xfrm>
            <a:prstGeom prst="line">
              <a:avLst/>
            </a:prstGeom>
            <a:noFill/>
            <a:ln w="28575">
              <a:solidFill>
                <a:schemeClr val="tx1"/>
              </a:solidFill>
              <a:round/>
              <a:headEnd/>
              <a:tailEnd/>
            </a:ln>
          </p:spPr>
          <p:txBody>
            <a:bodyPr/>
            <a:lstStyle/>
            <a:p>
              <a:endParaRPr lang="en-US"/>
            </a:p>
          </p:txBody>
        </p:sp>
        <p:sp>
          <p:nvSpPr>
            <p:cNvPr id="4126" name="Line 23"/>
            <p:cNvSpPr>
              <a:spLocks noChangeShapeType="1"/>
            </p:cNvSpPr>
            <p:nvPr/>
          </p:nvSpPr>
          <p:spPr bwMode="auto">
            <a:xfrm flipH="1">
              <a:off x="758" y="1220"/>
              <a:ext cx="231" cy="172"/>
            </a:xfrm>
            <a:prstGeom prst="line">
              <a:avLst/>
            </a:prstGeom>
            <a:noFill/>
            <a:ln w="28575">
              <a:solidFill>
                <a:schemeClr val="tx1"/>
              </a:solidFill>
              <a:round/>
              <a:headEnd/>
              <a:tailEnd/>
            </a:ln>
          </p:spPr>
          <p:txBody>
            <a:bodyPr/>
            <a:lstStyle/>
            <a:p>
              <a:endParaRPr lang="en-US"/>
            </a:p>
          </p:txBody>
        </p:sp>
        <p:sp>
          <p:nvSpPr>
            <p:cNvPr id="4127" name="Line 24"/>
            <p:cNvSpPr>
              <a:spLocks noChangeShapeType="1"/>
            </p:cNvSpPr>
            <p:nvPr/>
          </p:nvSpPr>
          <p:spPr bwMode="auto">
            <a:xfrm flipH="1" flipV="1">
              <a:off x="989" y="1220"/>
              <a:ext cx="230" cy="172"/>
            </a:xfrm>
            <a:prstGeom prst="line">
              <a:avLst/>
            </a:prstGeom>
            <a:noFill/>
            <a:ln w="28575">
              <a:solidFill>
                <a:schemeClr val="tx1"/>
              </a:solidFill>
              <a:round/>
              <a:headEnd/>
              <a:tailEnd/>
            </a:ln>
          </p:spPr>
          <p:txBody>
            <a:bodyPr/>
            <a:lstStyle/>
            <a:p>
              <a:endParaRPr lang="en-US"/>
            </a:p>
          </p:txBody>
        </p:sp>
        <p:sp>
          <p:nvSpPr>
            <p:cNvPr id="4128" name="Line 25"/>
            <p:cNvSpPr>
              <a:spLocks noChangeShapeType="1"/>
            </p:cNvSpPr>
            <p:nvPr/>
          </p:nvSpPr>
          <p:spPr bwMode="auto">
            <a:xfrm>
              <a:off x="1219" y="1392"/>
              <a:ext cx="0" cy="288"/>
            </a:xfrm>
            <a:prstGeom prst="line">
              <a:avLst/>
            </a:prstGeom>
            <a:noFill/>
            <a:ln w="9525">
              <a:solidFill>
                <a:schemeClr val="tx1"/>
              </a:solidFill>
              <a:round/>
              <a:headEnd/>
              <a:tailEnd/>
            </a:ln>
          </p:spPr>
          <p:txBody>
            <a:bodyPr/>
            <a:lstStyle/>
            <a:p>
              <a:endParaRPr lang="en-US"/>
            </a:p>
          </p:txBody>
        </p:sp>
        <p:sp>
          <p:nvSpPr>
            <p:cNvPr id="4129" name="Line 26"/>
            <p:cNvSpPr>
              <a:spLocks noChangeShapeType="1"/>
            </p:cNvSpPr>
            <p:nvPr/>
          </p:nvSpPr>
          <p:spPr bwMode="auto">
            <a:xfrm flipH="1">
              <a:off x="989" y="1680"/>
              <a:ext cx="230" cy="173"/>
            </a:xfrm>
            <a:prstGeom prst="line">
              <a:avLst/>
            </a:prstGeom>
            <a:noFill/>
            <a:ln w="9525">
              <a:solidFill>
                <a:schemeClr val="tx1"/>
              </a:solidFill>
              <a:round/>
              <a:headEnd/>
              <a:tailEnd/>
            </a:ln>
          </p:spPr>
          <p:txBody>
            <a:bodyPr/>
            <a:lstStyle/>
            <a:p>
              <a:endParaRPr lang="en-US"/>
            </a:p>
          </p:txBody>
        </p:sp>
        <p:sp>
          <p:nvSpPr>
            <p:cNvPr id="4130" name="Line 27"/>
            <p:cNvSpPr>
              <a:spLocks noChangeShapeType="1"/>
            </p:cNvSpPr>
            <p:nvPr/>
          </p:nvSpPr>
          <p:spPr bwMode="auto">
            <a:xfrm flipH="1" flipV="1">
              <a:off x="1219" y="1680"/>
              <a:ext cx="230" cy="173"/>
            </a:xfrm>
            <a:prstGeom prst="line">
              <a:avLst/>
            </a:prstGeom>
            <a:noFill/>
            <a:ln w="9525">
              <a:solidFill>
                <a:schemeClr val="tx1"/>
              </a:solidFill>
              <a:round/>
              <a:headEnd/>
              <a:tailEnd/>
            </a:ln>
          </p:spPr>
          <p:txBody>
            <a:bodyPr/>
            <a:lstStyle/>
            <a:p>
              <a:endParaRPr lang="en-US"/>
            </a:p>
          </p:txBody>
        </p:sp>
        <p:sp>
          <p:nvSpPr>
            <p:cNvPr id="4131" name="Line 28"/>
            <p:cNvSpPr>
              <a:spLocks noChangeShapeType="1"/>
            </p:cNvSpPr>
            <p:nvPr/>
          </p:nvSpPr>
          <p:spPr bwMode="auto">
            <a:xfrm>
              <a:off x="1680" y="1392"/>
              <a:ext cx="0" cy="288"/>
            </a:xfrm>
            <a:prstGeom prst="line">
              <a:avLst/>
            </a:prstGeom>
            <a:noFill/>
            <a:ln w="28575">
              <a:solidFill>
                <a:schemeClr val="tx1"/>
              </a:solidFill>
              <a:round/>
              <a:headEnd/>
              <a:tailEnd/>
            </a:ln>
          </p:spPr>
          <p:txBody>
            <a:bodyPr/>
            <a:lstStyle/>
            <a:p>
              <a:endParaRPr lang="en-US"/>
            </a:p>
          </p:txBody>
        </p:sp>
        <p:sp>
          <p:nvSpPr>
            <p:cNvPr id="4132" name="Line 29"/>
            <p:cNvSpPr>
              <a:spLocks noChangeShapeType="1"/>
            </p:cNvSpPr>
            <p:nvPr/>
          </p:nvSpPr>
          <p:spPr bwMode="auto">
            <a:xfrm flipH="1">
              <a:off x="1449" y="1680"/>
              <a:ext cx="231" cy="173"/>
            </a:xfrm>
            <a:prstGeom prst="line">
              <a:avLst/>
            </a:prstGeom>
            <a:noFill/>
            <a:ln w="9525">
              <a:solidFill>
                <a:schemeClr val="tx1"/>
              </a:solidFill>
              <a:round/>
              <a:headEnd/>
              <a:tailEnd/>
            </a:ln>
          </p:spPr>
          <p:txBody>
            <a:bodyPr/>
            <a:lstStyle/>
            <a:p>
              <a:endParaRPr lang="en-US"/>
            </a:p>
          </p:txBody>
        </p:sp>
        <p:sp>
          <p:nvSpPr>
            <p:cNvPr id="4133" name="Line 30"/>
            <p:cNvSpPr>
              <a:spLocks noChangeShapeType="1"/>
            </p:cNvSpPr>
            <p:nvPr/>
          </p:nvSpPr>
          <p:spPr bwMode="auto">
            <a:xfrm flipH="1" flipV="1">
              <a:off x="1680" y="1680"/>
              <a:ext cx="230" cy="173"/>
            </a:xfrm>
            <a:prstGeom prst="line">
              <a:avLst/>
            </a:prstGeom>
            <a:noFill/>
            <a:ln w="28575">
              <a:solidFill>
                <a:schemeClr val="tx1"/>
              </a:solidFill>
              <a:round/>
              <a:headEnd/>
              <a:tailEnd/>
            </a:ln>
          </p:spPr>
          <p:txBody>
            <a:bodyPr/>
            <a:lstStyle/>
            <a:p>
              <a:endParaRPr lang="en-US"/>
            </a:p>
          </p:txBody>
        </p:sp>
        <p:sp>
          <p:nvSpPr>
            <p:cNvPr id="4134" name="Line 31"/>
            <p:cNvSpPr>
              <a:spLocks noChangeShapeType="1"/>
            </p:cNvSpPr>
            <p:nvPr/>
          </p:nvSpPr>
          <p:spPr bwMode="auto">
            <a:xfrm>
              <a:off x="758" y="1392"/>
              <a:ext cx="0" cy="288"/>
            </a:xfrm>
            <a:prstGeom prst="line">
              <a:avLst/>
            </a:prstGeom>
            <a:noFill/>
            <a:ln w="28575">
              <a:solidFill>
                <a:schemeClr val="tx1"/>
              </a:solidFill>
              <a:round/>
              <a:headEnd/>
              <a:tailEnd/>
            </a:ln>
          </p:spPr>
          <p:txBody>
            <a:bodyPr/>
            <a:lstStyle/>
            <a:p>
              <a:endParaRPr lang="en-US"/>
            </a:p>
          </p:txBody>
        </p:sp>
        <p:sp>
          <p:nvSpPr>
            <p:cNvPr id="4135" name="Line 32"/>
            <p:cNvSpPr>
              <a:spLocks noChangeShapeType="1"/>
            </p:cNvSpPr>
            <p:nvPr/>
          </p:nvSpPr>
          <p:spPr bwMode="auto">
            <a:xfrm flipH="1">
              <a:off x="528" y="1680"/>
              <a:ext cx="230" cy="173"/>
            </a:xfrm>
            <a:prstGeom prst="line">
              <a:avLst/>
            </a:prstGeom>
            <a:noFill/>
            <a:ln w="28575">
              <a:solidFill>
                <a:schemeClr val="tx1"/>
              </a:solidFill>
              <a:round/>
              <a:headEnd/>
              <a:tailEnd/>
            </a:ln>
          </p:spPr>
          <p:txBody>
            <a:bodyPr/>
            <a:lstStyle/>
            <a:p>
              <a:endParaRPr lang="en-US"/>
            </a:p>
          </p:txBody>
        </p:sp>
        <p:sp>
          <p:nvSpPr>
            <p:cNvPr id="4136" name="Line 33"/>
            <p:cNvSpPr>
              <a:spLocks noChangeShapeType="1"/>
            </p:cNvSpPr>
            <p:nvPr/>
          </p:nvSpPr>
          <p:spPr bwMode="auto">
            <a:xfrm flipH="1" flipV="1">
              <a:off x="758" y="1680"/>
              <a:ext cx="231" cy="173"/>
            </a:xfrm>
            <a:prstGeom prst="line">
              <a:avLst/>
            </a:prstGeom>
            <a:noFill/>
            <a:ln w="9525">
              <a:solidFill>
                <a:schemeClr val="tx1"/>
              </a:solidFill>
              <a:round/>
              <a:headEnd/>
              <a:tailEnd/>
            </a:ln>
          </p:spPr>
          <p:txBody>
            <a:bodyPr/>
            <a:lstStyle/>
            <a:p>
              <a:endParaRPr lang="en-US"/>
            </a:p>
          </p:txBody>
        </p:sp>
        <p:sp>
          <p:nvSpPr>
            <p:cNvPr id="4137" name="Line 34"/>
            <p:cNvSpPr>
              <a:spLocks noChangeShapeType="1"/>
            </p:cNvSpPr>
            <p:nvPr/>
          </p:nvSpPr>
          <p:spPr bwMode="auto">
            <a:xfrm flipH="1">
              <a:off x="2141" y="2141"/>
              <a:ext cx="230" cy="173"/>
            </a:xfrm>
            <a:prstGeom prst="line">
              <a:avLst/>
            </a:prstGeom>
            <a:noFill/>
            <a:ln w="9525">
              <a:solidFill>
                <a:schemeClr val="tx1"/>
              </a:solidFill>
              <a:round/>
              <a:headEnd/>
              <a:tailEnd/>
            </a:ln>
          </p:spPr>
          <p:txBody>
            <a:bodyPr/>
            <a:lstStyle/>
            <a:p>
              <a:endParaRPr lang="en-US"/>
            </a:p>
          </p:txBody>
        </p:sp>
        <p:sp>
          <p:nvSpPr>
            <p:cNvPr id="4138" name="Line 35"/>
            <p:cNvSpPr>
              <a:spLocks noChangeShapeType="1"/>
            </p:cNvSpPr>
            <p:nvPr/>
          </p:nvSpPr>
          <p:spPr bwMode="auto">
            <a:xfrm flipH="1" flipV="1">
              <a:off x="2371" y="2141"/>
              <a:ext cx="230" cy="173"/>
            </a:xfrm>
            <a:prstGeom prst="line">
              <a:avLst/>
            </a:prstGeom>
            <a:noFill/>
            <a:ln w="9525">
              <a:solidFill>
                <a:schemeClr val="tx1"/>
              </a:solidFill>
              <a:round/>
              <a:headEnd/>
              <a:tailEnd/>
            </a:ln>
          </p:spPr>
          <p:txBody>
            <a:bodyPr/>
            <a:lstStyle/>
            <a:p>
              <a:endParaRPr lang="en-US"/>
            </a:p>
          </p:txBody>
        </p:sp>
        <p:sp>
          <p:nvSpPr>
            <p:cNvPr id="4139" name="Line 36"/>
            <p:cNvSpPr>
              <a:spLocks noChangeShapeType="1"/>
            </p:cNvSpPr>
            <p:nvPr/>
          </p:nvSpPr>
          <p:spPr bwMode="auto">
            <a:xfrm>
              <a:off x="2371" y="2775"/>
              <a:ext cx="0" cy="288"/>
            </a:xfrm>
            <a:prstGeom prst="line">
              <a:avLst/>
            </a:prstGeom>
            <a:noFill/>
            <a:ln w="9525">
              <a:solidFill>
                <a:schemeClr val="tx1"/>
              </a:solidFill>
              <a:round/>
              <a:headEnd/>
              <a:tailEnd/>
            </a:ln>
          </p:spPr>
          <p:txBody>
            <a:bodyPr/>
            <a:lstStyle/>
            <a:p>
              <a:endParaRPr lang="en-US"/>
            </a:p>
          </p:txBody>
        </p:sp>
        <p:sp>
          <p:nvSpPr>
            <p:cNvPr id="4140" name="Line 37"/>
            <p:cNvSpPr>
              <a:spLocks noChangeShapeType="1"/>
            </p:cNvSpPr>
            <p:nvPr/>
          </p:nvSpPr>
          <p:spPr bwMode="auto">
            <a:xfrm flipH="1">
              <a:off x="2141" y="3063"/>
              <a:ext cx="230" cy="172"/>
            </a:xfrm>
            <a:prstGeom prst="line">
              <a:avLst/>
            </a:prstGeom>
            <a:noFill/>
            <a:ln w="9525">
              <a:solidFill>
                <a:schemeClr val="tx1"/>
              </a:solidFill>
              <a:round/>
              <a:headEnd/>
              <a:tailEnd/>
            </a:ln>
          </p:spPr>
          <p:txBody>
            <a:bodyPr/>
            <a:lstStyle/>
            <a:p>
              <a:endParaRPr lang="en-US"/>
            </a:p>
          </p:txBody>
        </p:sp>
        <p:sp>
          <p:nvSpPr>
            <p:cNvPr id="4141" name="Line 38"/>
            <p:cNvSpPr>
              <a:spLocks noChangeShapeType="1"/>
            </p:cNvSpPr>
            <p:nvPr/>
          </p:nvSpPr>
          <p:spPr bwMode="auto">
            <a:xfrm flipH="1" flipV="1">
              <a:off x="2371" y="3063"/>
              <a:ext cx="230" cy="172"/>
            </a:xfrm>
            <a:prstGeom prst="line">
              <a:avLst/>
            </a:prstGeom>
            <a:noFill/>
            <a:ln w="9525">
              <a:solidFill>
                <a:schemeClr val="tx1"/>
              </a:solidFill>
              <a:round/>
              <a:headEnd/>
              <a:tailEnd/>
            </a:ln>
          </p:spPr>
          <p:txBody>
            <a:bodyPr/>
            <a:lstStyle/>
            <a:p>
              <a:endParaRPr lang="en-US"/>
            </a:p>
          </p:txBody>
        </p:sp>
        <p:sp>
          <p:nvSpPr>
            <p:cNvPr id="4142" name="Line 39"/>
            <p:cNvSpPr>
              <a:spLocks noChangeShapeType="1"/>
            </p:cNvSpPr>
            <p:nvPr/>
          </p:nvSpPr>
          <p:spPr bwMode="auto">
            <a:xfrm>
              <a:off x="2832" y="2775"/>
              <a:ext cx="0" cy="288"/>
            </a:xfrm>
            <a:prstGeom prst="line">
              <a:avLst/>
            </a:prstGeom>
            <a:noFill/>
            <a:ln w="28575">
              <a:solidFill>
                <a:schemeClr val="tx1"/>
              </a:solidFill>
              <a:round/>
              <a:headEnd/>
              <a:tailEnd/>
            </a:ln>
          </p:spPr>
          <p:txBody>
            <a:bodyPr/>
            <a:lstStyle/>
            <a:p>
              <a:endParaRPr lang="en-US"/>
            </a:p>
          </p:txBody>
        </p:sp>
        <p:sp>
          <p:nvSpPr>
            <p:cNvPr id="4143" name="Line 40"/>
            <p:cNvSpPr>
              <a:spLocks noChangeShapeType="1"/>
            </p:cNvSpPr>
            <p:nvPr/>
          </p:nvSpPr>
          <p:spPr bwMode="auto">
            <a:xfrm flipH="1">
              <a:off x="2601" y="3063"/>
              <a:ext cx="231" cy="172"/>
            </a:xfrm>
            <a:prstGeom prst="line">
              <a:avLst/>
            </a:prstGeom>
            <a:noFill/>
            <a:ln w="28575">
              <a:solidFill>
                <a:schemeClr val="tx1"/>
              </a:solidFill>
              <a:round/>
              <a:headEnd/>
              <a:tailEnd/>
            </a:ln>
          </p:spPr>
          <p:txBody>
            <a:bodyPr/>
            <a:lstStyle/>
            <a:p>
              <a:endParaRPr lang="en-US"/>
            </a:p>
          </p:txBody>
        </p:sp>
        <p:sp>
          <p:nvSpPr>
            <p:cNvPr id="4144" name="Line 41"/>
            <p:cNvSpPr>
              <a:spLocks noChangeShapeType="1"/>
            </p:cNvSpPr>
            <p:nvPr/>
          </p:nvSpPr>
          <p:spPr bwMode="auto">
            <a:xfrm>
              <a:off x="1449" y="2775"/>
              <a:ext cx="0" cy="288"/>
            </a:xfrm>
            <a:prstGeom prst="line">
              <a:avLst/>
            </a:prstGeom>
            <a:noFill/>
            <a:ln w="28575">
              <a:solidFill>
                <a:schemeClr val="tx1"/>
              </a:solidFill>
              <a:round/>
              <a:headEnd/>
              <a:tailEnd/>
            </a:ln>
          </p:spPr>
          <p:txBody>
            <a:bodyPr/>
            <a:lstStyle/>
            <a:p>
              <a:endParaRPr lang="en-US"/>
            </a:p>
          </p:txBody>
        </p:sp>
        <p:sp>
          <p:nvSpPr>
            <p:cNvPr id="4145" name="Line 42"/>
            <p:cNvSpPr>
              <a:spLocks noChangeShapeType="1"/>
            </p:cNvSpPr>
            <p:nvPr/>
          </p:nvSpPr>
          <p:spPr bwMode="auto">
            <a:xfrm flipH="1" flipV="1">
              <a:off x="1449" y="3063"/>
              <a:ext cx="231" cy="172"/>
            </a:xfrm>
            <a:prstGeom prst="line">
              <a:avLst/>
            </a:prstGeom>
            <a:noFill/>
            <a:ln w="28575">
              <a:solidFill>
                <a:schemeClr val="tx1"/>
              </a:solidFill>
              <a:round/>
              <a:headEnd/>
              <a:tailEnd/>
            </a:ln>
          </p:spPr>
          <p:txBody>
            <a:bodyPr/>
            <a:lstStyle/>
            <a:p>
              <a:endParaRPr lang="en-US"/>
            </a:p>
          </p:txBody>
        </p:sp>
        <p:sp>
          <p:nvSpPr>
            <p:cNvPr id="4146" name="Line 43"/>
            <p:cNvSpPr>
              <a:spLocks noChangeShapeType="1"/>
            </p:cNvSpPr>
            <p:nvPr/>
          </p:nvSpPr>
          <p:spPr bwMode="auto">
            <a:xfrm>
              <a:off x="1910" y="2775"/>
              <a:ext cx="0" cy="288"/>
            </a:xfrm>
            <a:prstGeom prst="line">
              <a:avLst/>
            </a:prstGeom>
            <a:noFill/>
            <a:ln w="9525">
              <a:solidFill>
                <a:schemeClr val="tx1"/>
              </a:solidFill>
              <a:round/>
              <a:headEnd/>
              <a:tailEnd/>
            </a:ln>
          </p:spPr>
          <p:txBody>
            <a:bodyPr/>
            <a:lstStyle/>
            <a:p>
              <a:endParaRPr lang="en-US"/>
            </a:p>
          </p:txBody>
        </p:sp>
        <p:sp>
          <p:nvSpPr>
            <p:cNvPr id="4147" name="Line 44"/>
            <p:cNvSpPr>
              <a:spLocks noChangeShapeType="1"/>
            </p:cNvSpPr>
            <p:nvPr/>
          </p:nvSpPr>
          <p:spPr bwMode="auto">
            <a:xfrm flipH="1">
              <a:off x="1680" y="3063"/>
              <a:ext cx="230" cy="172"/>
            </a:xfrm>
            <a:prstGeom prst="line">
              <a:avLst/>
            </a:prstGeom>
            <a:noFill/>
            <a:ln w="9525">
              <a:solidFill>
                <a:schemeClr val="tx1"/>
              </a:solidFill>
              <a:round/>
              <a:headEnd/>
              <a:tailEnd/>
            </a:ln>
          </p:spPr>
          <p:txBody>
            <a:bodyPr/>
            <a:lstStyle/>
            <a:p>
              <a:endParaRPr lang="en-US"/>
            </a:p>
          </p:txBody>
        </p:sp>
        <p:sp>
          <p:nvSpPr>
            <p:cNvPr id="4148" name="Line 45"/>
            <p:cNvSpPr>
              <a:spLocks noChangeShapeType="1"/>
            </p:cNvSpPr>
            <p:nvPr/>
          </p:nvSpPr>
          <p:spPr bwMode="auto">
            <a:xfrm flipH="1" flipV="1">
              <a:off x="1910" y="3063"/>
              <a:ext cx="231" cy="172"/>
            </a:xfrm>
            <a:prstGeom prst="line">
              <a:avLst/>
            </a:prstGeom>
            <a:noFill/>
            <a:ln w="9525">
              <a:solidFill>
                <a:schemeClr val="tx1"/>
              </a:solidFill>
              <a:round/>
              <a:headEnd/>
              <a:tailEnd/>
            </a:ln>
          </p:spPr>
          <p:txBody>
            <a:bodyPr/>
            <a:lstStyle/>
            <a:p>
              <a:endParaRPr lang="en-US"/>
            </a:p>
          </p:txBody>
        </p:sp>
        <p:sp>
          <p:nvSpPr>
            <p:cNvPr id="4149" name="Line 46"/>
            <p:cNvSpPr>
              <a:spLocks noChangeShapeType="1"/>
            </p:cNvSpPr>
            <p:nvPr/>
          </p:nvSpPr>
          <p:spPr bwMode="auto">
            <a:xfrm>
              <a:off x="2141" y="3235"/>
              <a:ext cx="0" cy="288"/>
            </a:xfrm>
            <a:prstGeom prst="line">
              <a:avLst/>
            </a:prstGeom>
            <a:noFill/>
            <a:ln w="9525">
              <a:solidFill>
                <a:schemeClr val="tx1"/>
              </a:solidFill>
              <a:round/>
              <a:headEnd/>
              <a:tailEnd/>
            </a:ln>
          </p:spPr>
          <p:txBody>
            <a:bodyPr/>
            <a:lstStyle/>
            <a:p>
              <a:endParaRPr lang="en-US"/>
            </a:p>
          </p:txBody>
        </p:sp>
        <p:sp>
          <p:nvSpPr>
            <p:cNvPr id="4150" name="Line 47"/>
            <p:cNvSpPr>
              <a:spLocks noChangeShapeType="1"/>
            </p:cNvSpPr>
            <p:nvPr/>
          </p:nvSpPr>
          <p:spPr bwMode="auto">
            <a:xfrm flipH="1">
              <a:off x="1910" y="3523"/>
              <a:ext cx="231" cy="173"/>
            </a:xfrm>
            <a:prstGeom prst="line">
              <a:avLst/>
            </a:prstGeom>
            <a:noFill/>
            <a:ln w="28575">
              <a:solidFill>
                <a:schemeClr val="tx1"/>
              </a:solidFill>
              <a:round/>
              <a:headEnd/>
              <a:tailEnd/>
            </a:ln>
          </p:spPr>
          <p:txBody>
            <a:bodyPr/>
            <a:lstStyle/>
            <a:p>
              <a:endParaRPr lang="en-US"/>
            </a:p>
          </p:txBody>
        </p:sp>
        <p:sp>
          <p:nvSpPr>
            <p:cNvPr id="4151" name="Line 48"/>
            <p:cNvSpPr>
              <a:spLocks noChangeShapeType="1"/>
            </p:cNvSpPr>
            <p:nvPr/>
          </p:nvSpPr>
          <p:spPr bwMode="auto">
            <a:xfrm flipH="1" flipV="1">
              <a:off x="2141" y="3523"/>
              <a:ext cx="230" cy="173"/>
            </a:xfrm>
            <a:prstGeom prst="line">
              <a:avLst/>
            </a:prstGeom>
            <a:noFill/>
            <a:ln w="28575">
              <a:solidFill>
                <a:schemeClr val="tx1"/>
              </a:solidFill>
              <a:round/>
              <a:headEnd/>
              <a:tailEnd/>
            </a:ln>
          </p:spPr>
          <p:txBody>
            <a:bodyPr/>
            <a:lstStyle/>
            <a:p>
              <a:endParaRPr lang="en-US"/>
            </a:p>
          </p:txBody>
        </p:sp>
        <p:sp>
          <p:nvSpPr>
            <p:cNvPr id="4152" name="Line 49"/>
            <p:cNvSpPr>
              <a:spLocks noChangeShapeType="1"/>
            </p:cNvSpPr>
            <p:nvPr/>
          </p:nvSpPr>
          <p:spPr bwMode="auto">
            <a:xfrm>
              <a:off x="2601" y="3235"/>
              <a:ext cx="0" cy="288"/>
            </a:xfrm>
            <a:prstGeom prst="line">
              <a:avLst/>
            </a:prstGeom>
            <a:noFill/>
            <a:ln w="28575">
              <a:solidFill>
                <a:schemeClr val="tx1"/>
              </a:solidFill>
              <a:round/>
              <a:headEnd/>
              <a:tailEnd/>
            </a:ln>
          </p:spPr>
          <p:txBody>
            <a:bodyPr/>
            <a:lstStyle/>
            <a:p>
              <a:endParaRPr lang="en-US"/>
            </a:p>
          </p:txBody>
        </p:sp>
        <p:sp>
          <p:nvSpPr>
            <p:cNvPr id="4153" name="Line 50"/>
            <p:cNvSpPr>
              <a:spLocks noChangeShapeType="1"/>
            </p:cNvSpPr>
            <p:nvPr/>
          </p:nvSpPr>
          <p:spPr bwMode="auto">
            <a:xfrm flipH="1">
              <a:off x="2371" y="3523"/>
              <a:ext cx="230" cy="173"/>
            </a:xfrm>
            <a:prstGeom prst="line">
              <a:avLst/>
            </a:prstGeom>
            <a:noFill/>
            <a:ln w="28575">
              <a:solidFill>
                <a:schemeClr val="tx1"/>
              </a:solidFill>
              <a:round/>
              <a:headEnd/>
              <a:tailEnd/>
            </a:ln>
          </p:spPr>
          <p:txBody>
            <a:bodyPr/>
            <a:lstStyle/>
            <a:p>
              <a:endParaRPr lang="en-US"/>
            </a:p>
          </p:txBody>
        </p:sp>
        <p:sp>
          <p:nvSpPr>
            <p:cNvPr id="4154" name="Line 51"/>
            <p:cNvSpPr>
              <a:spLocks noChangeShapeType="1"/>
            </p:cNvSpPr>
            <p:nvPr/>
          </p:nvSpPr>
          <p:spPr bwMode="auto">
            <a:xfrm>
              <a:off x="1680" y="3235"/>
              <a:ext cx="0" cy="288"/>
            </a:xfrm>
            <a:prstGeom prst="line">
              <a:avLst/>
            </a:prstGeom>
            <a:noFill/>
            <a:ln w="28575">
              <a:solidFill>
                <a:schemeClr val="tx1"/>
              </a:solidFill>
              <a:round/>
              <a:headEnd/>
              <a:tailEnd/>
            </a:ln>
          </p:spPr>
          <p:txBody>
            <a:bodyPr/>
            <a:lstStyle/>
            <a:p>
              <a:endParaRPr lang="en-US"/>
            </a:p>
          </p:txBody>
        </p:sp>
        <p:sp>
          <p:nvSpPr>
            <p:cNvPr id="4155" name="Line 52"/>
            <p:cNvSpPr>
              <a:spLocks noChangeShapeType="1"/>
            </p:cNvSpPr>
            <p:nvPr/>
          </p:nvSpPr>
          <p:spPr bwMode="auto">
            <a:xfrm flipH="1" flipV="1">
              <a:off x="1680" y="3523"/>
              <a:ext cx="230" cy="173"/>
            </a:xfrm>
            <a:prstGeom prst="line">
              <a:avLst/>
            </a:prstGeom>
            <a:noFill/>
            <a:ln w="28575">
              <a:solidFill>
                <a:schemeClr val="tx1"/>
              </a:solidFill>
              <a:round/>
              <a:headEnd/>
              <a:tailEnd/>
            </a:ln>
          </p:spPr>
          <p:txBody>
            <a:bodyPr/>
            <a:lstStyle/>
            <a:p>
              <a:endParaRPr lang="en-US"/>
            </a:p>
          </p:txBody>
        </p:sp>
        <p:sp>
          <p:nvSpPr>
            <p:cNvPr id="4156" name="Line 53"/>
            <p:cNvSpPr>
              <a:spLocks noChangeShapeType="1"/>
            </p:cNvSpPr>
            <p:nvPr/>
          </p:nvSpPr>
          <p:spPr bwMode="auto">
            <a:xfrm flipH="1">
              <a:off x="2141" y="2141"/>
              <a:ext cx="230" cy="173"/>
            </a:xfrm>
            <a:prstGeom prst="line">
              <a:avLst/>
            </a:prstGeom>
            <a:noFill/>
            <a:ln w="28575">
              <a:solidFill>
                <a:schemeClr val="tx1"/>
              </a:solidFill>
              <a:round/>
              <a:headEnd/>
              <a:tailEnd/>
            </a:ln>
          </p:spPr>
          <p:txBody>
            <a:bodyPr/>
            <a:lstStyle/>
            <a:p>
              <a:endParaRPr lang="en-US"/>
            </a:p>
          </p:txBody>
        </p:sp>
        <p:sp>
          <p:nvSpPr>
            <p:cNvPr id="4157" name="Line 54"/>
            <p:cNvSpPr>
              <a:spLocks noChangeShapeType="1"/>
            </p:cNvSpPr>
            <p:nvPr/>
          </p:nvSpPr>
          <p:spPr bwMode="auto">
            <a:xfrm flipH="1" flipV="1">
              <a:off x="2371" y="2141"/>
              <a:ext cx="230" cy="173"/>
            </a:xfrm>
            <a:prstGeom prst="line">
              <a:avLst/>
            </a:prstGeom>
            <a:noFill/>
            <a:ln w="28575">
              <a:solidFill>
                <a:schemeClr val="tx1"/>
              </a:solidFill>
              <a:round/>
              <a:headEnd/>
              <a:tailEnd/>
            </a:ln>
          </p:spPr>
          <p:txBody>
            <a:bodyPr/>
            <a:lstStyle/>
            <a:p>
              <a:endParaRPr lang="en-US"/>
            </a:p>
          </p:txBody>
        </p:sp>
        <p:sp>
          <p:nvSpPr>
            <p:cNvPr id="4158" name="Line 55"/>
            <p:cNvSpPr>
              <a:spLocks noChangeShapeType="1"/>
            </p:cNvSpPr>
            <p:nvPr/>
          </p:nvSpPr>
          <p:spPr bwMode="auto">
            <a:xfrm flipH="1">
              <a:off x="1680" y="2141"/>
              <a:ext cx="230" cy="173"/>
            </a:xfrm>
            <a:prstGeom prst="line">
              <a:avLst/>
            </a:prstGeom>
            <a:noFill/>
            <a:ln w="28575">
              <a:solidFill>
                <a:schemeClr val="tx1"/>
              </a:solidFill>
              <a:round/>
              <a:headEnd/>
              <a:tailEnd/>
            </a:ln>
          </p:spPr>
          <p:txBody>
            <a:bodyPr/>
            <a:lstStyle/>
            <a:p>
              <a:endParaRPr lang="en-US"/>
            </a:p>
          </p:txBody>
        </p:sp>
        <p:sp>
          <p:nvSpPr>
            <p:cNvPr id="4159" name="Line 56"/>
            <p:cNvSpPr>
              <a:spLocks noChangeShapeType="1"/>
            </p:cNvSpPr>
            <p:nvPr/>
          </p:nvSpPr>
          <p:spPr bwMode="auto">
            <a:xfrm flipH="1" flipV="1">
              <a:off x="1910" y="2141"/>
              <a:ext cx="231" cy="173"/>
            </a:xfrm>
            <a:prstGeom prst="line">
              <a:avLst/>
            </a:prstGeom>
            <a:noFill/>
            <a:ln w="28575">
              <a:solidFill>
                <a:schemeClr val="tx1"/>
              </a:solidFill>
              <a:round/>
              <a:headEnd/>
              <a:tailEnd/>
            </a:ln>
          </p:spPr>
          <p:txBody>
            <a:bodyPr/>
            <a:lstStyle/>
            <a:p>
              <a:endParaRPr lang="en-US"/>
            </a:p>
          </p:txBody>
        </p:sp>
        <p:sp>
          <p:nvSpPr>
            <p:cNvPr id="4160" name="Line 57"/>
            <p:cNvSpPr>
              <a:spLocks noChangeShapeType="1"/>
            </p:cNvSpPr>
            <p:nvPr/>
          </p:nvSpPr>
          <p:spPr bwMode="auto">
            <a:xfrm>
              <a:off x="2141" y="2314"/>
              <a:ext cx="0" cy="288"/>
            </a:xfrm>
            <a:prstGeom prst="line">
              <a:avLst/>
            </a:prstGeom>
            <a:noFill/>
            <a:ln w="9525">
              <a:solidFill>
                <a:schemeClr val="tx1"/>
              </a:solidFill>
              <a:round/>
              <a:headEnd/>
              <a:tailEnd/>
            </a:ln>
          </p:spPr>
          <p:txBody>
            <a:bodyPr/>
            <a:lstStyle/>
            <a:p>
              <a:endParaRPr lang="en-US"/>
            </a:p>
          </p:txBody>
        </p:sp>
        <p:sp>
          <p:nvSpPr>
            <p:cNvPr id="4161" name="Line 58"/>
            <p:cNvSpPr>
              <a:spLocks noChangeShapeType="1"/>
            </p:cNvSpPr>
            <p:nvPr/>
          </p:nvSpPr>
          <p:spPr bwMode="auto">
            <a:xfrm flipH="1">
              <a:off x="1910" y="2602"/>
              <a:ext cx="231" cy="173"/>
            </a:xfrm>
            <a:prstGeom prst="line">
              <a:avLst/>
            </a:prstGeom>
            <a:noFill/>
            <a:ln w="9525">
              <a:solidFill>
                <a:schemeClr val="tx1"/>
              </a:solidFill>
              <a:round/>
              <a:headEnd/>
              <a:tailEnd/>
            </a:ln>
          </p:spPr>
          <p:txBody>
            <a:bodyPr/>
            <a:lstStyle/>
            <a:p>
              <a:endParaRPr lang="en-US"/>
            </a:p>
          </p:txBody>
        </p:sp>
        <p:sp>
          <p:nvSpPr>
            <p:cNvPr id="4162" name="Line 59"/>
            <p:cNvSpPr>
              <a:spLocks noChangeShapeType="1"/>
            </p:cNvSpPr>
            <p:nvPr/>
          </p:nvSpPr>
          <p:spPr bwMode="auto">
            <a:xfrm flipH="1" flipV="1">
              <a:off x="2141" y="2602"/>
              <a:ext cx="230" cy="173"/>
            </a:xfrm>
            <a:prstGeom prst="line">
              <a:avLst/>
            </a:prstGeom>
            <a:noFill/>
            <a:ln w="9525">
              <a:solidFill>
                <a:schemeClr val="tx1"/>
              </a:solidFill>
              <a:round/>
              <a:headEnd/>
              <a:tailEnd/>
            </a:ln>
          </p:spPr>
          <p:txBody>
            <a:bodyPr/>
            <a:lstStyle/>
            <a:p>
              <a:endParaRPr lang="en-US"/>
            </a:p>
          </p:txBody>
        </p:sp>
        <p:sp>
          <p:nvSpPr>
            <p:cNvPr id="4163" name="Line 60"/>
            <p:cNvSpPr>
              <a:spLocks noChangeShapeType="1"/>
            </p:cNvSpPr>
            <p:nvPr/>
          </p:nvSpPr>
          <p:spPr bwMode="auto">
            <a:xfrm>
              <a:off x="2601" y="2314"/>
              <a:ext cx="0" cy="288"/>
            </a:xfrm>
            <a:prstGeom prst="line">
              <a:avLst/>
            </a:prstGeom>
            <a:noFill/>
            <a:ln w="28575">
              <a:solidFill>
                <a:schemeClr val="tx1"/>
              </a:solidFill>
              <a:round/>
              <a:headEnd/>
              <a:tailEnd/>
            </a:ln>
          </p:spPr>
          <p:txBody>
            <a:bodyPr/>
            <a:lstStyle/>
            <a:p>
              <a:endParaRPr lang="en-US"/>
            </a:p>
          </p:txBody>
        </p:sp>
        <p:sp>
          <p:nvSpPr>
            <p:cNvPr id="4164" name="Line 61"/>
            <p:cNvSpPr>
              <a:spLocks noChangeShapeType="1"/>
            </p:cNvSpPr>
            <p:nvPr/>
          </p:nvSpPr>
          <p:spPr bwMode="auto">
            <a:xfrm flipH="1">
              <a:off x="2371" y="2602"/>
              <a:ext cx="230" cy="173"/>
            </a:xfrm>
            <a:prstGeom prst="line">
              <a:avLst/>
            </a:prstGeom>
            <a:noFill/>
            <a:ln w="9525">
              <a:solidFill>
                <a:schemeClr val="tx1"/>
              </a:solidFill>
              <a:round/>
              <a:headEnd/>
              <a:tailEnd/>
            </a:ln>
          </p:spPr>
          <p:txBody>
            <a:bodyPr/>
            <a:lstStyle/>
            <a:p>
              <a:endParaRPr lang="en-US"/>
            </a:p>
          </p:txBody>
        </p:sp>
        <p:sp>
          <p:nvSpPr>
            <p:cNvPr id="4165" name="Line 62"/>
            <p:cNvSpPr>
              <a:spLocks noChangeShapeType="1"/>
            </p:cNvSpPr>
            <p:nvPr/>
          </p:nvSpPr>
          <p:spPr bwMode="auto">
            <a:xfrm flipH="1" flipV="1">
              <a:off x="2601" y="2602"/>
              <a:ext cx="231" cy="173"/>
            </a:xfrm>
            <a:prstGeom prst="line">
              <a:avLst/>
            </a:prstGeom>
            <a:noFill/>
            <a:ln w="28575">
              <a:solidFill>
                <a:schemeClr val="tx1"/>
              </a:solidFill>
              <a:round/>
              <a:headEnd/>
              <a:tailEnd/>
            </a:ln>
          </p:spPr>
          <p:txBody>
            <a:bodyPr/>
            <a:lstStyle/>
            <a:p>
              <a:endParaRPr lang="en-US"/>
            </a:p>
          </p:txBody>
        </p:sp>
        <p:sp>
          <p:nvSpPr>
            <p:cNvPr id="4166" name="Line 63"/>
            <p:cNvSpPr>
              <a:spLocks noChangeShapeType="1"/>
            </p:cNvSpPr>
            <p:nvPr/>
          </p:nvSpPr>
          <p:spPr bwMode="auto">
            <a:xfrm>
              <a:off x="1680" y="2314"/>
              <a:ext cx="0" cy="288"/>
            </a:xfrm>
            <a:prstGeom prst="line">
              <a:avLst/>
            </a:prstGeom>
            <a:noFill/>
            <a:ln w="28575">
              <a:solidFill>
                <a:schemeClr val="tx1"/>
              </a:solidFill>
              <a:round/>
              <a:headEnd/>
              <a:tailEnd/>
            </a:ln>
          </p:spPr>
          <p:txBody>
            <a:bodyPr/>
            <a:lstStyle/>
            <a:p>
              <a:endParaRPr lang="en-US"/>
            </a:p>
          </p:txBody>
        </p:sp>
        <p:sp>
          <p:nvSpPr>
            <p:cNvPr id="4167" name="Line 64"/>
            <p:cNvSpPr>
              <a:spLocks noChangeShapeType="1"/>
            </p:cNvSpPr>
            <p:nvPr/>
          </p:nvSpPr>
          <p:spPr bwMode="auto">
            <a:xfrm flipH="1">
              <a:off x="1449" y="2602"/>
              <a:ext cx="231" cy="173"/>
            </a:xfrm>
            <a:prstGeom prst="line">
              <a:avLst/>
            </a:prstGeom>
            <a:noFill/>
            <a:ln w="28575">
              <a:solidFill>
                <a:schemeClr val="tx1"/>
              </a:solidFill>
              <a:round/>
              <a:headEnd/>
              <a:tailEnd/>
            </a:ln>
          </p:spPr>
          <p:txBody>
            <a:bodyPr/>
            <a:lstStyle/>
            <a:p>
              <a:endParaRPr lang="en-US"/>
            </a:p>
          </p:txBody>
        </p:sp>
        <p:sp>
          <p:nvSpPr>
            <p:cNvPr id="4168" name="Line 65"/>
            <p:cNvSpPr>
              <a:spLocks noChangeShapeType="1"/>
            </p:cNvSpPr>
            <p:nvPr/>
          </p:nvSpPr>
          <p:spPr bwMode="auto">
            <a:xfrm flipH="1" flipV="1">
              <a:off x="1680" y="2602"/>
              <a:ext cx="230" cy="173"/>
            </a:xfrm>
            <a:prstGeom prst="line">
              <a:avLst/>
            </a:prstGeom>
            <a:noFill/>
            <a:ln w="9525">
              <a:solidFill>
                <a:schemeClr val="tx1"/>
              </a:solidFill>
              <a:round/>
              <a:headEnd/>
              <a:tailEnd/>
            </a:ln>
          </p:spPr>
          <p:txBody>
            <a:bodyPr/>
            <a:lstStyle/>
            <a:p>
              <a:endParaRPr lang="en-US"/>
            </a:p>
          </p:txBody>
        </p:sp>
        <p:sp>
          <p:nvSpPr>
            <p:cNvPr id="4169" name="Text Box 66"/>
            <p:cNvSpPr txBox="1">
              <a:spLocks noChangeArrowheads="1"/>
            </p:cNvSpPr>
            <p:nvPr/>
          </p:nvSpPr>
          <p:spPr bwMode="auto">
            <a:xfrm>
              <a:off x="1104" y="1863"/>
              <a:ext cx="336" cy="250"/>
            </a:xfrm>
            <a:prstGeom prst="rect">
              <a:avLst/>
            </a:prstGeom>
            <a:noFill/>
            <a:ln w="9525">
              <a:noFill/>
              <a:miter lim="800000"/>
              <a:headEnd/>
              <a:tailEnd/>
            </a:ln>
          </p:spPr>
          <p:txBody>
            <a:bodyPr>
              <a:spAutoFit/>
            </a:bodyPr>
            <a:lstStyle/>
            <a:p>
              <a:r>
                <a:rPr lang="en-US" sz="2000"/>
                <a:t>F1</a:t>
              </a:r>
            </a:p>
          </p:txBody>
        </p:sp>
        <p:sp>
          <p:nvSpPr>
            <p:cNvPr id="4170" name="Text Box 67"/>
            <p:cNvSpPr txBox="1">
              <a:spLocks noChangeArrowheads="1"/>
            </p:cNvSpPr>
            <p:nvPr/>
          </p:nvSpPr>
          <p:spPr bwMode="auto">
            <a:xfrm>
              <a:off x="1296" y="1421"/>
              <a:ext cx="336" cy="250"/>
            </a:xfrm>
            <a:prstGeom prst="rect">
              <a:avLst/>
            </a:prstGeom>
            <a:noFill/>
            <a:ln w="9525">
              <a:noFill/>
              <a:miter lim="800000"/>
              <a:headEnd/>
              <a:tailEnd/>
            </a:ln>
          </p:spPr>
          <p:txBody>
            <a:bodyPr>
              <a:spAutoFit/>
            </a:bodyPr>
            <a:lstStyle/>
            <a:p>
              <a:r>
                <a:rPr lang="en-US" sz="2000"/>
                <a:t>F2</a:t>
              </a:r>
            </a:p>
          </p:txBody>
        </p:sp>
        <p:sp>
          <p:nvSpPr>
            <p:cNvPr id="4171" name="Text Box 68"/>
            <p:cNvSpPr txBox="1">
              <a:spLocks noChangeArrowheads="1"/>
            </p:cNvSpPr>
            <p:nvPr/>
          </p:nvSpPr>
          <p:spPr bwMode="auto">
            <a:xfrm>
              <a:off x="1536" y="1853"/>
              <a:ext cx="336" cy="250"/>
            </a:xfrm>
            <a:prstGeom prst="rect">
              <a:avLst/>
            </a:prstGeom>
            <a:noFill/>
            <a:ln w="9525">
              <a:noFill/>
              <a:miter lim="800000"/>
              <a:headEnd/>
              <a:tailEnd/>
            </a:ln>
          </p:spPr>
          <p:txBody>
            <a:bodyPr>
              <a:spAutoFit/>
            </a:bodyPr>
            <a:lstStyle/>
            <a:p>
              <a:r>
                <a:rPr lang="en-US" sz="2000"/>
                <a:t>F3</a:t>
              </a:r>
            </a:p>
          </p:txBody>
        </p:sp>
        <p:sp>
          <p:nvSpPr>
            <p:cNvPr id="4172" name="Text Box 69"/>
            <p:cNvSpPr txBox="1">
              <a:spLocks noChangeArrowheads="1"/>
            </p:cNvSpPr>
            <p:nvPr/>
          </p:nvSpPr>
          <p:spPr bwMode="auto">
            <a:xfrm>
              <a:off x="1296" y="2333"/>
              <a:ext cx="336" cy="250"/>
            </a:xfrm>
            <a:prstGeom prst="rect">
              <a:avLst/>
            </a:prstGeom>
            <a:noFill/>
            <a:ln w="9525">
              <a:noFill/>
              <a:miter lim="800000"/>
              <a:headEnd/>
              <a:tailEnd/>
            </a:ln>
          </p:spPr>
          <p:txBody>
            <a:bodyPr>
              <a:spAutoFit/>
            </a:bodyPr>
            <a:lstStyle/>
            <a:p>
              <a:r>
                <a:rPr lang="en-US" sz="2000"/>
                <a:t>F4</a:t>
              </a:r>
            </a:p>
          </p:txBody>
        </p:sp>
        <p:sp>
          <p:nvSpPr>
            <p:cNvPr id="4173" name="Text Box 70"/>
            <p:cNvSpPr txBox="1">
              <a:spLocks noChangeArrowheads="1"/>
            </p:cNvSpPr>
            <p:nvPr/>
          </p:nvSpPr>
          <p:spPr bwMode="auto">
            <a:xfrm>
              <a:off x="864" y="2333"/>
              <a:ext cx="336" cy="250"/>
            </a:xfrm>
            <a:prstGeom prst="rect">
              <a:avLst/>
            </a:prstGeom>
            <a:noFill/>
            <a:ln w="9525">
              <a:noFill/>
              <a:miter lim="800000"/>
              <a:headEnd/>
              <a:tailEnd/>
            </a:ln>
          </p:spPr>
          <p:txBody>
            <a:bodyPr>
              <a:spAutoFit/>
            </a:bodyPr>
            <a:lstStyle/>
            <a:p>
              <a:r>
                <a:rPr lang="en-US" sz="2000"/>
                <a:t>F5</a:t>
              </a:r>
            </a:p>
          </p:txBody>
        </p:sp>
        <p:sp>
          <p:nvSpPr>
            <p:cNvPr id="4174" name="Text Box 71"/>
            <p:cNvSpPr txBox="1">
              <a:spLocks noChangeArrowheads="1"/>
            </p:cNvSpPr>
            <p:nvPr/>
          </p:nvSpPr>
          <p:spPr bwMode="auto">
            <a:xfrm>
              <a:off x="624" y="1863"/>
              <a:ext cx="336" cy="250"/>
            </a:xfrm>
            <a:prstGeom prst="rect">
              <a:avLst/>
            </a:prstGeom>
            <a:noFill/>
            <a:ln w="9525">
              <a:noFill/>
              <a:miter lim="800000"/>
              <a:headEnd/>
              <a:tailEnd/>
            </a:ln>
          </p:spPr>
          <p:txBody>
            <a:bodyPr>
              <a:spAutoFit/>
            </a:bodyPr>
            <a:lstStyle/>
            <a:p>
              <a:r>
                <a:rPr lang="en-US" sz="2000"/>
                <a:t>F6</a:t>
              </a:r>
            </a:p>
          </p:txBody>
        </p:sp>
        <p:sp>
          <p:nvSpPr>
            <p:cNvPr id="4175" name="Text Box 72"/>
            <p:cNvSpPr txBox="1">
              <a:spLocks noChangeArrowheads="1"/>
            </p:cNvSpPr>
            <p:nvPr/>
          </p:nvSpPr>
          <p:spPr bwMode="auto">
            <a:xfrm>
              <a:off x="864" y="1421"/>
              <a:ext cx="336" cy="250"/>
            </a:xfrm>
            <a:prstGeom prst="rect">
              <a:avLst/>
            </a:prstGeom>
            <a:noFill/>
            <a:ln w="9525">
              <a:noFill/>
              <a:miter lim="800000"/>
              <a:headEnd/>
              <a:tailEnd/>
            </a:ln>
          </p:spPr>
          <p:txBody>
            <a:bodyPr>
              <a:spAutoFit/>
            </a:bodyPr>
            <a:lstStyle/>
            <a:p>
              <a:r>
                <a:rPr lang="en-US" sz="2000"/>
                <a:t>F7</a:t>
              </a:r>
            </a:p>
          </p:txBody>
        </p:sp>
        <p:sp>
          <p:nvSpPr>
            <p:cNvPr id="4176" name="Text Box 73"/>
            <p:cNvSpPr txBox="1">
              <a:spLocks noChangeArrowheads="1"/>
            </p:cNvSpPr>
            <p:nvPr/>
          </p:nvSpPr>
          <p:spPr bwMode="auto">
            <a:xfrm>
              <a:off x="2016" y="2775"/>
              <a:ext cx="336" cy="250"/>
            </a:xfrm>
            <a:prstGeom prst="rect">
              <a:avLst/>
            </a:prstGeom>
            <a:noFill/>
            <a:ln w="9525">
              <a:noFill/>
              <a:miter lim="800000"/>
              <a:headEnd/>
              <a:tailEnd/>
            </a:ln>
          </p:spPr>
          <p:txBody>
            <a:bodyPr>
              <a:spAutoFit/>
            </a:bodyPr>
            <a:lstStyle/>
            <a:p>
              <a:r>
                <a:rPr lang="en-US" sz="2000"/>
                <a:t>F1</a:t>
              </a:r>
            </a:p>
          </p:txBody>
        </p:sp>
        <p:sp>
          <p:nvSpPr>
            <p:cNvPr id="4177" name="Text Box 74"/>
            <p:cNvSpPr txBox="1">
              <a:spLocks noChangeArrowheads="1"/>
            </p:cNvSpPr>
            <p:nvPr/>
          </p:nvSpPr>
          <p:spPr bwMode="auto">
            <a:xfrm>
              <a:off x="2208" y="2333"/>
              <a:ext cx="336" cy="250"/>
            </a:xfrm>
            <a:prstGeom prst="rect">
              <a:avLst/>
            </a:prstGeom>
            <a:noFill/>
            <a:ln w="9525">
              <a:noFill/>
              <a:miter lim="800000"/>
              <a:headEnd/>
              <a:tailEnd/>
            </a:ln>
          </p:spPr>
          <p:txBody>
            <a:bodyPr>
              <a:spAutoFit/>
            </a:bodyPr>
            <a:lstStyle/>
            <a:p>
              <a:r>
                <a:rPr lang="en-US" sz="2000"/>
                <a:t>F2</a:t>
              </a:r>
            </a:p>
          </p:txBody>
        </p:sp>
        <p:sp>
          <p:nvSpPr>
            <p:cNvPr id="4178" name="Text Box 75"/>
            <p:cNvSpPr txBox="1">
              <a:spLocks noChangeArrowheads="1"/>
            </p:cNvSpPr>
            <p:nvPr/>
          </p:nvSpPr>
          <p:spPr bwMode="auto">
            <a:xfrm>
              <a:off x="2448" y="2765"/>
              <a:ext cx="336" cy="250"/>
            </a:xfrm>
            <a:prstGeom prst="rect">
              <a:avLst/>
            </a:prstGeom>
            <a:noFill/>
            <a:ln w="9525">
              <a:noFill/>
              <a:miter lim="800000"/>
              <a:headEnd/>
              <a:tailEnd/>
            </a:ln>
          </p:spPr>
          <p:txBody>
            <a:bodyPr>
              <a:spAutoFit/>
            </a:bodyPr>
            <a:lstStyle/>
            <a:p>
              <a:r>
                <a:rPr lang="en-US" sz="2000"/>
                <a:t>F3</a:t>
              </a:r>
            </a:p>
          </p:txBody>
        </p:sp>
        <p:sp>
          <p:nvSpPr>
            <p:cNvPr id="4179" name="Text Box 76"/>
            <p:cNvSpPr txBox="1">
              <a:spLocks noChangeArrowheads="1"/>
            </p:cNvSpPr>
            <p:nvPr/>
          </p:nvSpPr>
          <p:spPr bwMode="auto">
            <a:xfrm>
              <a:off x="2208" y="3245"/>
              <a:ext cx="336" cy="250"/>
            </a:xfrm>
            <a:prstGeom prst="rect">
              <a:avLst/>
            </a:prstGeom>
            <a:noFill/>
            <a:ln w="9525">
              <a:noFill/>
              <a:miter lim="800000"/>
              <a:headEnd/>
              <a:tailEnd/>
            </a:ln>
          </p:spPr>
          <p:txBody>
            <a:bodyPr>
              <a:spAutoFit/>
            </a:bodyPr>
            <a:lstStyle/>
            <a:p>
              <a:r>
                <a:rPr lang="en-US" sz="2000"/>
                <a:t>F4</a:t>
              </a:r>
            </a:p>
          </p:txBody>
        </p:sp>
        <p:sp>
          <p:nvSpPr>
            <p:cNvPr id="4180" name="Text Box 77"/>
            <p:cNvSpPr txBox="1">
              <a:spLocks noChangeArrowheads="1"/>
            </p:cNvSpPr>
            <p:nvPr/>
          </p:nvSpPr>
          <p:spPr bwMode="auto">
            <a:xfrm>
              <a:off x="1776" y="3245"/>
              <a:ext cx="336" cy="250"/>
            </a:xfrm>
            <a:prstGeom prst="rect">
              <a:avLst/>
            </a:prstGeom>
            <a:noFill/>
            <a:ln w="9525">
              <a:noFill/>
              <a:miter lim="800000"/>
              <a:headEnd/>
              <a:tailEnd/>
            </a:ln>
          </p:spPr>
          <p:txBody>
            <a:bodyPr>
              <a:spAutoFit/>
            </a:bodyPr>
            <a:lstStyle/>
            <a:p>
              <a:r>
                <a:rPr lang="en-US" sz="2000"/>
                <a:t>F5</a:t>
              </a:r>
            </a:p>
          </p:txBody>
        </p:sp>
        <p:sp>
          <p:nvSpPr>
            <p:cNvPr id="4181" name="Text Box 78"/>
            <p:cNvSpPr txBox="1">
              <a:spLocks noChangeArrowheads="1"/>
            </p:cNvSpPr>
            <p:nvPr/>
          </p:nvSpPr>
          <p:spPr bwMode="auto">
            <a:xfrm>
              <a:off x="1536" y="2775"/>
              <a:ext cx="336" cy="250"/>
            </a:xfrm>
            <a:prstGeom prst="rect">
              <a:avLst/>
            </a:prstGeom>
            <a:noFill/>
            <a:ln w="9525">
              <a:noFill/>
              <a:miter lim="800000"/>
              <a:headEnd/>
              <a:tailEnd/>
            </a:ln>
          </p:spPr>
          <p:txBody>
            <a:bodyPr>
              <a:spAutoFit/>
            </a:bodyPr>
            <a:lstStyle/>
            <a:p>
              <a:r>
                <a:rPr lang="en-US" sz="2000"/>
                <a:t>F6</a:t>
              </a:r>
            </a:p>
          </p:txBody>
        </p:sp>
        <p:sp>
          <p:nvSpPr>
            <p:cNvPr id="4182" name="Text Box 79"/>
            <p:cNvSpPr txBox="1">
              <a:spLocks noChangeArrowheads="1"/>
            </p:cNvSpPr>
            <p:nvPr/>
          </p:nvSpPr>
          <p:spPr bwMode="auto">
            <a:xfrm>
              <a:off x="1776" y="2333"/>
              <a:ext cx="336" cy="250"/>
            </a:xfrm>
            <a:prstGeom prst="rect">
              <a:avLst/>
            </a:prstGeom>
            <a:noFill/>
            <a:ln w="9525">
              <a:noFill/>
              <a:miter lim="800000"/>
              <a:headEnd/>
              <a:tailEnd/>
            </a:ln>
          </p:spPr>
          <p:txBody>
            <a:bodyPr>
              <a:spAutoFit/>
            </a:bodyPr>
            <a:lstStyle/>
            <a:p>
              <a:r>
                <a:rPr lang="en-US" sz="2000"/>
                <a:t>F7</a:t>
              </a:r>
            </a:p>
          </p:txBody>
        </p:sp>
        <p:sp>
          <p:nvSpPr>
            <p:cNvPr id="4183" name="AutoShape 80"/>
            <p:cNvSpPr>
              <a:spLocks noChangeArrowheads="1"/>
            </p:cNvSpPr>
            <p:nvPr/>
          </p:nvSpPr>
          <p:spPr bwMode="auto">
            <a:xfrm rot="-5400000">
              <a:off x="902" y="1761"/>
              <a:ext cx="633" cy="461"/>
            </a:xfrm>
            <a:prstGeom prst="hexagon">
              <a:avLst>
                <a:gd name="adj" fmla="val 36921"/>
                <a:gd name="vf" fmla="val 115470"/>
              </a:avLst>
            </a:prstGeom>
            <a:solidFill>
              <a:srgbClr val="3399FF"/>
            </a:solidFill>
            <a:ln w="9525">
              <a:solidFill>
                <a:schemeClr val="tx1"/>
              </a:solidFill>
              <a:miter lim="800000"/>
              <a:headEnd/>
              <a:tailEnd/>
            </a:ln>
          </p:spPr>
          <p:txBody>
            <a:bodyPr wrap="none" anchor="ctr"/>
            <a:lstStyle/>
            <a:p>
              <a:endParaRPr lang="en-US"/>
            </a:p>
          </p:txBody>
        </p:sp>
        <p:sp>
          <p:nvSpPr>
            <p:cNvPr id="4184" name="AutoShape 81"/>
            <p:cNvSpPr>
              <a:spLocks noChangeArrowheads="1"/>
            </p:cNvSpPr>
            <p:nvPr/>
          </p:nvSpPr>
          <p:spPr bwMode="auto">
            <a:xfrm rot="-5400000">
              <a:off x="1828" y="2692"/>
              <a:ext cx="628" cy="455"/>
            </a:xfrm>
            <a:prstGeom prst="hexagon">
              <a:avLst>
                <a:gd name="adj" fmla="val 37113"/>
                <a:gd name="vf" fmla="val 115470"/>
              </a:avLst>
            </a:prstGeom>
            <a:solidFill>
              <a:srgbClr val="3399FF"/>
            </a:solidFill>
            <a:ln w="9525">
              <a:solidFill>
                <a:schemeClr val="tx1"/>
              </a:solidFill>
              <a:miter lim="800000"/>
              <a:headEnd/>
              <a:tailEnd/>
            </a:ln>
          </p:spPr>
          <p:txBody>
            <a:bodyPr wrap="none" anchor="ctr"/>
            <a:lstStyle/>
            <a:p>
              <a:endParaRPr lang="en-US"/>
            </a:p>
          </p:txBody>
        </p:sp>
        <p:sp>
          <p:nvSpPr>
            <p:cNvPr id="4185" name="Text Box 82"/>
            <p:cNvSpPr txBox="1">
              <a:spLocks noChangeArrowheads="1"/>
            </p:cNvSpPr>
            <p:nvPr/>
          </p:nvSpPr>
          <p:spPr bwMode="auto">
            <a:xfrm>
              <a:off x="1968" y="2785"/>
              <a:ext cx="336" cy="250"/>
            </a:xfrm>
            <a:prstGeom prst="rect">
              <a:avLst/>
            </a:prstGeom>
            <a:noFill/>
            <a:ln w="9525">
              <a:noFill/>
              <a:miter lim="800000"/>
              <a:headEnd/>
              <a:tailEnd/>
            </a:ln>
          </p:spPr>
          <p:txBody>
            <a:bodyPr>
              <a:spAutoFit/>
            </a:bodyPr>
            <a:lstStyle/>
            <a:p>
              <a:pPr algn="ctr"/>
              <a:r>
                <a:rPr lang="en-US" sz="2000"/>
                <a:t>F1</a:t>
              </a:r>
            </a:p>
          </p:txBody>
        </p:sp>
        <p:sp>
          <p:nvSpPr>
            <p:cNvPr id="4186" name="Text Box 83"/>
            <p:cNvSpPr txBox="1">
              <a:spLocks noChangeArrowheads="1"/>
            </p:cNvSpPr>
            <p:nvPr/>
          </p:nvSpPr>
          <p:spPr bwMode="auto">
            <a:xfrm>
              <a:off x="1056" y="1863"/>
              <a:ext cx="336" cy="250"/>
            </a:xfrm>
            <a:prstGeom prst="rect">
              <a:avLst/>
            </a:prstGeom>
            <a:noFill/>
            <a:ln w="9525">
              <a:noFill/>
              <a:miter lim="800000"/>
              <a:headEnd/>
              <a:tailEnd/>
            </a:ln>
          </p:spPr>
          <p:txBody>
            <a:bodyPr>
              <a:spAutoFit/>
            </a:bodyPr>
            <a:lstStyle/>
            <a:p>
              <a:r>
                <a:rPr lang="en-US" sz="2000"/>
                <a:t>F1</a:t>
              </a:r>
            </a:p>
          </p:txBody>
        </p:sp>
        <p:sp>
          <p:nvSpPr>
            <p:cNvPr id="4187" name="Line 84"/>
            <p:cNvSpPr>
              <a:spLocks noChangeShapeType="1"/>
            </p:cNvSpPr>
            <p:nvPr/>
          </p:nvSpPr>
          <p:spPr bwMode="auto">
            <a:xfrm flipH="1">
              <a:off x="240" y="2064"/>
              <a:ext cx="912" cy="912"/>
            </a:xfrm>
            <a:prstGeom prst="line">
              <a:avLst/>
            </a:prstGeom>
            <a:noFill/>
            <a:ln w="9525">
              <a:solidFill>
                <a:schemeClr val="tx1"/>
              </a:solidFill>
              <a:round/>
              <a:headEnd/>
              <a:tailEnd/>
            </a:ln>
          </p:spPr>
          <p:txBody>
            <a:bodyPr/>
            <a:lstStyle/>
            <a:p>
              <a:endParaRPr lang="en-US"/>
            </a:p>
          </p:txBody>
        </p:sp>
        <p:sp>
          <p:nvSpPr>
            <p:cNvPr id="4188" name="Line 85"/>
            <p:cNvSpPr>
              <a:spLocks noChangeShapeType="1"/>
            </p:cNvSpPr>
            <p:nvPr/>
          </p:nvSpPr>
          <p:spPr bwMode="auto">
            <a:xfrm flipH="1">
              <a:off x="1200" y="2976"/>
              <a:ext cx="912" cy="912"/>
            </a:xfrm>
            <a:prstGeom prst="line">
              <a:avLst/>
            </a:prstGeom>
            <a:noFill/>
            <a:ln w="9525">
              <a:solidFill>
                <a:schemeClr val="tx1"/>
              </a:solidFill>
              <a:round/>
              <a:headEnd/>
              <a:tailEnd/>
            </a:ln>
          </p:spPr>
          <p:txBody>
            <a:bodyPr/>
            <a:lstStyle/>
            <a:p>
              <a:endParaRPr lang="en-US"/>
            </a:p>
          </p:txBody>
        </p:sp>
        <p:sp>
          <p:nvSpPr>
            <p:cNvPr id="4189" name="Line 86"/>
            <p:cNvSpPr>
              <a:spLocks noChangeShapeType="1"/>
            </p:cNvSpPr>
            <p:nvPr/>
          </p:nvSpPr>
          <p:spPr bwMode="auto">
            <a:xfrm>
              <a:off x="432" y="2784"/>
              <a:ext cx="912" cy="912"/>
            </a:xfrm>
            <a:prstGeom prst="line">
              <a:avLst/>
            </a:prstGeom>
            <a:noFill/>
            <a:ln w="9525">
              <a:solidFill>
                <a:schemeClr val="tx1"/>
              </a:solidFill>
              <a:round/>
              <a:headEnd type="triangle" w="sm" len="sm"/>
              <a:tailEnd type="triangle" w="sm" len="sm"/>
            </a:ln>
          </p:spPr>
          <p:txBody>
            <a:bodyPr/>
            <a:lstStyle/>
            <a:p>
              <a:endParaRPr lang="en-US"/>
            </a:p>
          </p:txBody>
        </p:sp>
        <p:sp>
          <p:nvSpPr>
            <p:cNvPr id="4190" name="Text Box 87"/>
            <p:cNvSpPr txBox="1">
              <a:spLocks noChangeArrowheads="1"/>
            </p:cNvSpPr>
            <p:nvPr/>
          </p:nvSpPr>
          <p:spPr bwMode="auto">
            <a:xfrm rot="2700079">
              <a:off x="245" y="3268"/>
              <a:ext cx="1200" cy="231"/>
            </a:xfrm>
            <a:prstGeom prst="rect">
              <a:avLst/>
            </a:prstGeom>
            <a:noFill/>
            <a:ln w="9525">
              <a:noFill/>
              <a:miter lim="800000"/>
              <a:headEnd/>
              <a:tailEnd/>
            </a:ln>
          </p:spPr>
          <p:txBody>
            <a:bodyPr>
              <a:spAutoFit/>
            </a:bodyPr>
            <a:lstStyle/>
            <a:p>
              <a:pPr>
                <a:spcBef>
                  <a:spcPct val="50000"/>
                </a:spcBef>
              </a:pPr>
              <a:r>
                <a:rPr lang="en-US" sz="1800"/>
                <a:t>Reuse distance D</a:t>
              </a:r>
            </a:p>
          </p:txBody>
        </p:sp>
        <p:sp>
          <p:nvSpPr>
            <p:cNvPr id="4191" name="Line 90"/>
            <p:cNvSpPr>
              <a:spLocks noChangeShapeType="1"/>
            </p:cNvSpPr>
            <p:nvPr/>
          </p:nvSpPr>
          <p:spPr bwMode="auto">
            <a:xfrm flipH="1" flipV="1">
              <a:off x="528" y="1104"/>
              <a:ext cx="240" cy="288"/>
            </a:xfrm>
            <a:prstGeom prst="line">
              <a:avLst/>
            </a:prstGeom>
            <a:noFill/>
            <a:ln w="9525">
              <a:solidFill>
                <a:schemeClr val="tx1"/>
              </a:solidFill>
              <a:round/>
              <a:headEnd/>
              <a:tailEnd/>
            </a:ln>
          </p:spPr>
          <p:txBody>
            <a:bodyPr/>
            <a:lstStyle/>
            <a:p>
              <a:endParaRPr lang="en-US"/>
            </a:p>
          </p:txBody>
        </p:sp>
        <p:sp>
          <p:nvSpPr>
            <p:cNvPr id="4192" name="Line 91"/>
            <p:cNvSpPr>
              <a:spLocks noChangeShapeType="1"/>
            </p:cNvSpPr>
            <p:nvPr/>
          </p:nvSpPr>
          <p:spPr bwMode="auto">
            <a:xfrm flipH="1" flipV="1">
              <a:off x="768" y="960"/>
              <a:ext cx="240" cy="288"/>
            </a:xfrm>
            <a:prstGeom prst="line">
              <a:avLst/>
            </a:prstGeom>
            <a:noFill/>
            <a:ln w="9525">
              <a:solidFill>
                <a:schemeClr val="tx1"/>
              </a:solidFill>
              <a:round/>
              <a:headEnd/>
              <a:tailEnd/>
            </a:ln>
          </p:spPr>
          <p:txBody>
            <a:bodyPr/>
            <a:lstStyle/>
            <a:p>
              <a:endParaRPr lang="en-US"/>
            </a:p>
          </p:txBody>
        </p:sp>
        <p:sp>
          <p:nvSpPr>
            <p:cNvPr id="4193" name="Line 92"/>
            <p:cNvSpPr>
              <a:spLocks noChangeShapeType="1"/>
            </p:cNvSpPr>
            <p:nvPr/>
          </p:nvSpPr>
          <p:spPr bwMode="auto">
            <a:xfrm flipH="1">
              <a:off x="576" y="1008"/>
              <a:ext cx="240" cy="192"/>
            </a:xfrm>
            <a:prstGeom prst="line">
              <a:avLst/>
            </a:prstGeom>
            <a:noFill/>
            <a:ln w="9525">
              <a:solidFill>
                <a:schemeClr val="tx1"/>
              </a:solidFill>
              <a:round/>
              <a:headEnd type="triangle" w="sm" len="med"/>
              <a:tailEnd type="triangle" w="sm" len="med"/>
            </a:ln>
          </p:spPr>
          <p:txBody>
            <a:bodyPr/>
            <a:lstStyle/>
            <a:p>
              <a:endParaRPr lang="en-US"/>
            </a:p>
          </p:txBody>
        </p:sp>
        <p:sp>
          <p:nvSpPr>
            <p:cNvPr id="4194" name="Text Box 93"/>
            <p:cNvSpPr txBox="1">
              <a:spLocks noChangeArrowheads="1"/>
            </p:cNvSpPr>
            <p:nvPr/>
          </p:nvSpPr>
          <p:spPr bwMode="auto">
            <a:xfrm>
              <a:off x="480" y="864"/>
              <a:ext cx="336" cy="288"/>
            </a:xfrm>
            <a:prstGeom prst="rect">
              <a:avLst/>
            </a:prstGeom>
            <a:noFill/>
            <a:ln w="9525">
              <a:noFill/>
              <a:miter lim="800000"/>
              <a:headEnd/>
              <a:tailEnd/>
            </a:ln>
          </p:spPr>
          <p:txBody>
            <a:bodyPr>
              <a:spAutoFit/>
            </a:bodyPr>
            <a:lstStyle/>
            <a:p>
              <a:pPr algn="ctr">
                <a:spcBef>
                  <a:spcPct val="50000"/>
                </a:spcBef>
              </a:pPr>
              <a:r>
                <a:rPr lang="en-US"/>
                <a:t>R</a:t>
              </a:r>
            </a:p>
          </p:txBody>
        </p:sp>
        <p:sp>
          <p:nvSpPr>
            <p:cNvPr id="4195" name="Line 97"/>
            <p:cNvSpPr>
              <a:spLocks noChangeShapeType="1"/>
            </p:cNvSpPr>
            <p:nvPr/>
          </p:nvSpPr>
          <p:spPr bwMode="auto">
            <a:xfrm flipH="1">
              <a:off x="1536" y="1008"/>
              <a:ext cx="240" cy="288"/>
            </a:xfrm>
            <a:prstGeom prst="line">
              <a:avLst/>
            </a:prstGeom>
            <a:noFill/>
            <a:ln w="9525">
              <a:solidFill>
                <a:schemeClr val="tx1"/>
              </a:solidFill>
              <a:round/>
              <a:headEnd/>
              <a:tailEnd type="triangle" w="med" len="med"/>
            </a:ln>
          </p:spPr>
          <p:txBody>
            <a:bodyPr/>
            <a:lstStyle/>
            <a:p>
              <a:endParaRPr lang="en-US"/>
            </a:p>
          </p:txBody>
        </p:sp>
        <p:sp>
          <p:nvSpPr>
            <p:cNvPr id="4196" name="Text Box 98"/>
            <p:cNvSpPr txBox="1">
              <a:spLocks noChangeArrowheads="1"/>
            </p:cNvSpPr>
            <p:nvPr/>
          </p:nvSpPr>
          <p:spPr bwMode="auto">
            <a:xfrm>
              <a:off x="1776" y="816"/>
              <a:ext cx="816" cy="288"/>
            </a:xfrm>
            <a:prstGeom prst="rect">
              <a:avLst/>
            </a:prstGeom>
            <a:noFill/>
            <a:ln w="9525">
              <a:noFill/>
              <a:miter lim="800000"/>
              <a:headEnd/>
              <a:tailEnd/>
            </a:ln>
          </p:spPr>
          <p:txBody>
            <a:bodyPr>
              <a:spAutoFit/>
            </a:bodyPr>
            <a:lstStyle/>
            <a:p>
              <a:pPr>
                <a:spcBef>
                  <a:spcPct val="50000"/>
                </a:spcBef>
              </a:pPr>
              <a:r>
                <a:rPr lang="en-US"/>
                <a:t>Cluster</a:t>
              </a:r>
            </a:p>
          </p:txBody>
        </p:sp>
      </p:grpSp>
      <p:sp>
        <p:nvSpPr>
          <p:cNvPr id="2" name="TextBox 1"/>
          <p:cNvSpPr txBox="1"/>
          <p:nvPr/>
        </p:nvSpPr>
        <p:spPr>
          <a:xfrm>
            <a:off x="304800" y="5985302"/>
            <a:ext cx="7543800" cy="830997"/>
          </a:xfrm>
          <a:prstGeom prst="rect">
            <a:avLst/>
          </a:prstGeom>
          <a:solidFill>
            <a:srgbClr val="FFFF00"/>
          </a:solidFill>
        </p:spPr>
        <p:txBody>
          <a:bodyPr wrap="square" rtlCol="0">
            <a:spAutoFit/>
          </a:bodyPr>
          <a:lstStyle/>
          <a:p>
            <a:r>
              <a:rPr lang="en-US" dirty="0" smtClean="0"/>
              <a:t>Q. </a:t>
            </a:r>
            <a:r>
              <a:rPr lang="en-US" i="1" dirty="0" smtClean="0"/>
              <a:t>N</a:t>
            </a:r>
            <a:r>
              <a:rPr lang="en-US" dirty="0" smtClean="0"/>
              <a:t> = 7, </a:t>
            </a:r>
            <a:r>
              <a:rPr lang="en-US" i="1" dirty="0" smtClean="0"/>
              <a:t>R</a:t>
            </a:r>
            <a:r>
              <a:rPr lang="en-US" dirty="0" smtClean="0"/>
              <a:t> = 2Km determine frequency reuse distance and reuse factor</a:t>
            </a:r>
            <a:endParaRPr lang="en-US" dirty="0"/>
          </a:p>
        </p:txBody>
      </p:sp>
    </p:spTree>
  </p:cSld>
  <p:clrMapOvr>
    <a:masterClrMapping/>
  </p:clrMapOvr>
  <p:transition spd="med">
    <p:cover dir="ru"/>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4"/>
          <p:cNvSpPr>
            <a:spLocks noGrp="1"/>
          </p:cNvSpPr>
          <p:nvPr>
            <p:ph type="sldNum" sz="quarter" idx="12"/>
          </p:nvPr>
        </p:nvSpPr>
        <p:spPr>
          <a:noFill/>
        </p:spPr>
        <p:txBody>
          <a:bodyPr/>
          <a:lstStyle/>
          <a:p>
            <a:fld id="{9AD53095-0BBF-4B09-8442-0CA71C38448C}" type="slidenum">
              <a:rPr lang="en-US" smtClean="0"/>
              <a:pPr/>
              <a:t>33</a:t>
            </a:fld>
            <a:endParaRPr lang="en-US"/>
          </a:p>
        </p:txBody>
      </p:sp>
      <p:sp>
        <p:nvSpPr>
          <p:cNvPr id="69635" name="Rectangle 2"/>
          <p:cNvSpPr>
            <a:spLocks noGrp="1" noChangeArrowheads="1"/>
          </p:cNvSpPr>
          <p:nvPr>
            <p:ph type="title"/>
          </p:nvPr>
        </p:nvSpPr>
        <p:spPr>
          <a:xfrm>
            <a:off x="990600" y="152400"/>
            <a:ext cx="7772400" cy="762000"/>
          </a:xfrm>
          <a:noFill/>
        </p:spPr>
        <p:txBody>
          <a:bodyPr/>
          <a:lstStyle/>
          <a:p>
            <a:pPr eaLnBrk="1" hangingPunct="1"/>
            <a:r>
              <a:rPr lang="en-US" sz="3600" b="1">
                <a:solidFill>
                  <a:schemeClr val="tx1"/>
                </a:solidFill>
              </a:rPr>
              <a:t>Cell Sectoring by Antenna Design</a:t>
            </a:r>
          </a:p>
        </p:txBody>
      </p:sp>
      <p:grpSp>
        <p:nvGrpSpPr>
          <p:cNvPr id="69636" name="Group 3"/>
          <p:cNvGrpSpPr>
            <a:grpSpLocks/>
          </p:cNvGrpSpPr>
          <p:nvPr/>
        </p:nvGrpSpPr>
        <p:grpSpPr bwMode="auto">
          <a:xfrm>
            <a:off x="685800" y="1524000"/>
            <a:ext cx="8077200" cy="4724400"/>
            <a:chOff x="432" y="960"/>
            <a:chExt cx="5088" cy="2976"/>
          </a:xfrm>
        </p:grpSpPr>
        <p:sp>
          <p:nvSpPr>
            <p:cNvPr id="69637" name="AutoShape 4"/>
            <p:cNvSpPr>
              <a:spLocks noChangeArrowheads="1"/>
            </p:cNvSpPr>
            <p:nvPr/>
          </p:nvSpPr>
          <p:spPr bwMode="auto">
            <a:xfrm>
              <a:off x="432" y="960"/>
              <a:ext cx="1112" cy="1008"/>
            </a:xfrm>
            <a:prstGeom prst="hexagon">
              <a:avLst>
                <a:gd name="adj" fmla="val 27579"/>
                <a:gd name="vf" fmla="val 115470"/>
              </a:avLst>
            </a:prstGeom>
            <a:solidFill>
              <a:srgbClr val="66FF66">
                <a:alpha val="50195"/>
              </a:srgbClr>
            </a:solidFill>
            <a:ln w="28575">
              <a:solidFill>
                <a:schemeClr val="tx1"/>
              </a:solidFill>
              <a:miter lim="800000"/>
              <a:headEnd/>
              <a:tailEnd/>
            </a:ln>
          </p:spPr>
          <p:txBody>
            <a:bodyPr wrap="none" anchor="ctr"/>
            <a:lstStyle/>
            <a:p>
              <a:endParaRPr lang="en-US"/>
            </a:p>
          </p:txBody>
        </p:sp>
        <p:sp>
          <p:nvSpPr>
            <p:cNvPr id="69638" name="AutoShape 5"/>
            <p:cNvSpPr>
              <a:spLocks noChangeArrowheads="1"/>
            </p:cNvSpPr>
            <p:nvPr/>
          </p:nvSpPr>
          <p:spPr bwMode="auto">
            <a:xfrm>
              <a:off x="3216" y="2544"/>
              <a:ext cx="1112" cy="1008"/>
            </a:xfrm>
            <a:prstGeom prst="hexagon">
              <a:avLst>
                <a:gd name="adj" fmla="val 27579"/>
                <a:gd name="vf" fmla="val 115470"/>
              </a:avLst>
            </a:prstGeom>
            <a:solidFill>
              <a:srgbClr val="66FF66">
                <a:alpha val="50195"/>
              </a:srgbClr>
            </a:solidFill>
            <a:ln w="28575">
              <a:solidFill>
                <a:schemeClr val="tx1"/>
              </a:solidFill>
              <a:miter lim="800000"/>
              <a:headEnd/>
              <a:tailEnd/>
            </a:ln>
          </p:spPr>
          <p:txBody>
            <a:bodyPr wrap="none" anchor="ctr"/>
            <a:lstStyle/>
            <a:p>
              <a:endParaRPr lang="en-US"/>
            </a:p>
          </p:txBody>
        </p:sp>
        <p:sp>
          <p:nvSpPr>
            <p:cNvPr id="69639" name="Line 6"/>
            <p:cNvSpPr>
              <a:spLocks noChangeShapeType="1"/>
            </p:cNvSpPr>
            <p:nvPr/>
          </p:nvSpPr>
          <p:spPr bwMode="auto">
            <a:xfrm>
              <a:off x="3216" y="3048"/>
              <a:ext cx="1112" cy="0"/>
            </a:xfrm>
            <a:prstGeom prst="line">
              <a:avLst/>
            </a:prstGeom>
            <a:noFill/>
            <a:ln w="9525">
              <a:solidFill>
                <a:schemeClr val="tx1"/>
              </a:solidFill>
              <a:round/>
              <a:headEnd/>
              <a:tailEnd/>
            </a:ln>
          </p:spPr>
          <p:txBody>
            <a:bodyPr/>
            <a:lstStyle/>
            <a:p>
              <a:endParaRPr lang="en-US"/>
            </a:p>
          </p:txBody>
        </p:sp>
        <p:sp>
          <p:nvSpPr>
            <p:cNvPr id="69640" name="Line 7"/>
            <p:cNvSpPr>
              <a:spLocks noChangeShapeType="1"/>
            </p:cNvSpPr>
            <p:nvPr/>
          </p:nvSpPr>
          <p:spPr bwMode="auto">
            <a:xfrm flipV="1">
              <a:off x="3494" y="2544"/>
              <a:ext cx="556" cy="1008"/>
            </a:xfrm>
            <a:prstGeom prst="line">
              <a:avLst/>
            </a:prstGeom>
            <a:noFill/>
            <a:ln w="9525">
              <a:solidFill>
                <a:schemeClr val="tx1"/>
              </a:solidFill>
              <a:round/>
              <a:headEnd/>
              <a:tailEnd/>
            </a:ln>
          </p:spPr>
          <p:txBody>
            <a:bodyPr/>
            <a:lstStyle/>
            <a:p>
              <a:endParaRPr lang="en-US"/>
            </a:p>
          </p:txBody>
        </p:sp>
        <p:sp>
          <p:nvSpPr>
            <p:cNvPr id="69641" name="Line 8"/>
            <p:cNvSpPr>
              <a:spLocks noChangeShapeType="1"/>
            </p:cNvSpPr>
            <p:nvPr/>
          </p:nvSpPr>
          <p:spPr bwMode="auto">
            <a:xfrm>
              <a:off x="3494" y="2544"/>
              <a:ext cx="556" cy="1008"/>
            </a:xfrm>
            <a:prstGeom prst="line">
              <a:avLst/>
            </a:prstGeom>
            <a:noFill/>
            <a:ln w="9525">
              <a:solidFill>
                <a:schemeClr val="tx1"/>
              </a:solidFill>
              <a:round/>
              <a:headEnd/>
              <a:tailEnd/>
            </a:ln>
          </p:spPr>
          <p:txBody>
            <a:bodyPr/>
            <a:lstStyle/>
            <a:p>
              <a:endParaRPr lang="en-US"/>
            </a:p>
          </p:txBody>
        </p:sp>
        <p:sp>
          <p:nvSpPr>
            <p:cNvPr id="69642" name="Text Box 9"/>
            <p:cNvSpPr txBox="1">
              <a:spLocks noChangeArrowheads="1"/>
            </p:cNvSpPr>
            <p:nvPr/>
          </p:nvSpPr>
          <p:spPr bwMode="auto">
            <a:xfrm>
              <a:off x="3656" y="2736"/>
              <a:ext cx="323" cy="192"/>
            </a:xfrm>
            <a:prstGeom prst="rect">
              <a:avLst/>
            </a:prstGeom>
            <a:noFill/>
            <a:ln w="9525">
              <a:noFill/>
              <a:miter lim="800000"/>
              <a:headEnd/>
              <a:tailEnd/>
            </a:ln>
          </p:spPr>
          <p:txBody>
            <a:bodyPr>
              <a:spAutoFit/>
            </a:bodyPr>
            <a:lstStyle/>
            <a:p>
              <a:pPr>
                <a:spcBef>
                  <a:spcPct val="50000"/>
                </a:spcBef>
              </a:pPr>
              <a:r>
                <a:rPr lang="en-US" sz="1400"/>
                <a:t>60</a:t>
              </a:r>
              <a:r>
                <a:rPr lang="en-US" sz="1400" baseline="30000"/>
                <a:t>o</a:t>
              </a:r>
              <a:endParaRPr lang="en-US" sz="1400"/>
            </a:p>
          </p:txBody>
        </p:sp>
        <p:sp>
          <p:nvSpPr>
            <p:cNvPr id="69643" name="AutoShape 10"/>
            <p:cNvSpPr>
              <a:spLocks noChangeArrowheads="1"/>
            </p:cNvSpPr>
            <p:nvPr/>
          </p:nvSpPr>
          <p:spPr bwMode="auto">
            <a:xfrm>
              <a:off x="2163" y="960"/>
              <a:ext cx="1112" cy="1008"/>
            </a:xfrm>
            <a:prstGeom prst="hexagon">
              <a:avLst>
                <a:gd name="adj" fmla="val 27579"/>
                <a:gd name="vf" fmla="val 115470"/>
              </a:avLst>
            </a:prstGeom>
            <a:solidFill>
              <a:srgbClr val="66FF66">
                <a:alpha val="50195"/>
              </a:srgbClr>
            </a:solidFill>
            <a:ln w="28575">
              <a:solidFill>
                <a:schemeClr val="tx1"/>
              </a:solidFill>
              <a:miter lim="800000"/>
              <a:headEnd/>
              <a:tailEnd/>
            </a:ln>
          </p:spPr>
          <p:txBody>
            <a:bodyPr wrap="none" anchor="ctr"/>
            <a:lstStyle/>
            <a:p>
              <a:endParaRPr lang="en-US"/>
            </a:p>
          </p:txBody>
        </p:sp>
        <p:sp>
          <p:nvSpPr>
            <p:cNvPr id="69644" name="Line 11"/>
            <p:cNvSpPr>
              <a:spLocks noChangeShapeType="1"/>
            </p:cNvSpPr>
            <p:nvPr/>
          </p:nvSpPr>
          <p:spPr bwMode="auto">
            <a:xfrm>
              <a:off x="2163" y="1464"/>
              <a:ext cx="556" cy="0"/>
            </a:xfrm>
            <a:prstGeom prst="line">
              <a:avLst/>
            </a:prstGeom>
            <a:noFill/>
            <a:ln w="9525">
              <a:solidFill>
                <a:schemeClr val="tx1"/>
              </a:solidFill>
              <a:round/>
              <a:headEnd/>
              <a:tailEnd/>
            </a:ln>
          </p:spPr>
          <p:txBody>
            <a:bodyPr/>
            <a:lstStyle/>
            <a:p>
              <a:endParaRPr lang="en-US"/>
            </a:p>
          </p:txBody>
        </p:sp>
        <p:sp>
          <p:nvSpPr>
            <p:cNvPr id="69645" name="Line 12"/>
            <p:cNvSpPr>
              <a:spLocks noChangeShapeType="1"/>
            </p:cNvSpPr>
            <p:nvPr/>
          </p:nvSpPr>
          <p:spPr bwMode="auto">
            <a:xfrm flipV="1">
              <a:off x="2719" y="960"/>
              <a:ext cx="278" cy="504"/>
            </a:xfrm>
            <a:prstGeom prst="line">
              <a:avLst/>
            </a:prstGeom>
            <a:noFill/>
            <a:ln w="9525">
              <a:solidFill>
                <a:schemeClr val="tx1"/>
              </a:solidFill>
              <a:round/>
              <a:headEnd/>
              <a:tailEnd/>
            </a:ln>
          </p:spPr>
          <p:txBody>
            <a:bodyPr/>
            <a:lstStyle/>
            <a:p>
              <a:endParaRPr lang="en-US"/>
            </a:p>
          </p:txBody>
        </p:sp>
        <p:sp>
          <p:nvSpPr>
            <p:cNvPr id="69646" name="Line 13"/>
            <p:cNvSpPr>
              <a:spLocks noChangeShapeType="1"/>
            </p:cNvSpPr>
            <p:nvPr/>
          </p:nvSpPr>
          <p:spPr bwMode="auto">
            <a:xfrm>
              <a:off x="2719" y="1464"/>
              <a:ext cx="278" cy="504"/>
            </a:xfrm>
            <a:prstGeom prst="line">
              <a:avLst/>
            </a:prstGeom>
            <a:noFill/>
            <a:ln w="9525">
              <a:solidFill>
                <a:schemeClr val="tx1"/>
              </a:solidFill>
              <a:round/>
              <a:headEnd/>
              <a:tailEnd/>
            </a:ln>
          </p:spPr>
          <p:txBody>
            <a:bodyPr/>
            <a:lstStyle/>
            <a:p>
              <a:endParaRPr lang="en-US"/>
            </a:p>
          </p:txBody>
        </p:sp>
        <p:sp>
          <p:nvSpPr>
            <p:cNvPr id="69647" name="Text Box 14"/>
            <p:cNvSpPr txBox="1">
              <a:spLocks noChangeArrowheads="1"/>
            </p:cNvSpPr>
            <p:nvPr/>
          </p:nvSpPr>
          <p:spPr bwMode="auto">
            <a:xfrm>
              <a:off x="2475" y="1248"/>
              <a:ext cx="405" cy="192"/>
            </a:xfrm>
            <a:prstGeom prst="rect">
              <a:avLst/>
            </a:prstGeom>
            <a:noFill/>
            <a:ln w="9525">
              <a:noFill/>
              <a:miter lim="800000"/>
              <a:headEnd/>
              <a:tailEnd/>
            </a:ln>
          </p:spPr>
          <p:txBody>
            <a:bodyPr>
              <a:spAutoFit/>
            </a:bodyPr>
            <a:lstStyle/>
            <a:p>
              <a:pPr>
                <a:spcBef>
                  <a:spcPct val="50000"/>
                </a:spcBef>
              </a:pPr>
              <a:r>
                <a:rPr lang="en-US" sz="1400"/>
                <a:t>120</a:t>
              </a:r>
              <a:r>
                <a:rPr lang="en-US" sz="1400" baseline="30000"/>
                <a:t>o</a:t>
              </a:r>
              <a:endParaRPr lang="en-US" sz="1400"/>
            </a:p>
          </p:txBody>
        </p:sp>
        <p:sp>
          <p:nvSpPr>
            <p:cNvPr id="69648" name="Text Box 15"/>
            <p:cNvSpPr txBox="1">
              <a:spLocks noChangeArrowheads="1"/>
            </p:cNvSpPr>
            <p:nvPr/>
          </p:nvSpPr>
          <p:spPr bwMode="auto">
            <a:xfrm>
              <a:off x="432" y="2102"/>
              <a:ext cx="1008" cy="250"/>
            </a:xfrm>
            <a:prstGeom prst="rect">
              <a:avLst/>
            </a:prstGeom>
            <a:noFill/>
            <a:ln w="9525">
              <a:noFill/>
              <a:miter lim="800000"/>
              <a:headEnd/>
              <a:tailEnd/>
            </a:ln>
          </p:spPr>
          <p:txBody>
            <a:bodyPr>
              <a:spAutoFit/>
            </a:bodyPr>
            <a:lstStyle/>
            <a:p>
              <a:pPr algn="ctr">
                <a:spcBef>
                  <a:spcPct val="50000"/>
                </a:spcBef>
              </a:pPr>
              <a:r>
                <a:rPr lang="en-US" sz="2000"/>
                <a:t>(a). Omni</a:t>
              </a:r>
            </a:p>
          </p:txBody>
        </p:sp>
        <p:sp>
          <p:nvSpPr>
            <p:cNvPr id="69649" name="Text Box 16"/>
            <p:cNvSpPr txBox="1">
              <a:spLocks noChangeArrowheads="1"/>
            </p:cNvSpPr>
            <p:nvPr/>
          </p:nvSpPr>
          <p:spPr bwMode="auto">
            <a:xfrm>
              <a:off x="2064" y="2102"/>
              <a:ext cx="1296" cy="250"/>
            </a:xfrm>
            <a:prstGeom prst="rect">
              <a:avLst/>
            </a:prstGeom>
            <a:noFill/>
            <a:ln w="9525">
              <a:noFill/>
              <a:miter lim="800000"/>
              <a:headEnd/>
              <a:tailEnd/>
            </a:ln>
          </p:spPr>
          <p:txBody>
            <a:bodyPr>
              <a:spAutoFit/>
            </a:bodyPr>
            <a:lstStyle/>
            <a:p>
              <a:pPr algn="ctr">
                <a:spcBef>
                  <a:spcPct val="50000"/>
                </a:spcBef>
              </a:pPr>
              <a:r>
                <a:rPr lang="en-US" sz="2000"/>
                <a:t>(b). 120</a:t>
              </a:r>
              <a:r>
                <a:rPr lang="en-US" sz="2000" baseline="30000"/>
                <a:t>o</a:t>
              </a:r>
              <a:r>
                <a:rPr lang="en-US" sz="2000"/>
                <a:t> sector</a:t>
              </a:r>
            </a:p>
          </p:txBody>
        </p:sp>
        <p:sp>
          <p:nvSpPr>
            <p:cNvPr id="69650" name="Text Box 17"/>
            <p:cNvSpPr txBox="1">
              <a:spLocks noChangeArrowheads="1"/>
            </p:cNvSpPr>
            <p:nvPr/>
          </p:nvSpPr>
          <p:spPr bwMode="auto">
            <a:xfrm>
              <a:off x="3224" y="3686"/>
              <a:ext cx="1296" cy="250"/>
            </a:xfrm>
            <a:prstGeom prst="rect">
              <a:avLst/>
            </a:prstGeom>
            <a:noFill/>
            <a:ln w="9525">
              <a:noFill/>
              <a:miter lim="800000"/>
              <a:headEnd/>
              <a:tailEnd/>
            </a:ln>
          </p:spPr>
          <p:txBody>
            <a:bodyPr>
              <a:spAutoFit/>
            </a:bodyPr>
            <a:lstStyle/>
            <a:p>
              <a:pPr algn="ctr">
                <a:spcBef>
                  <a:spcPct val="50000"/>
                </a:spcBef>
              </a:pPr>
              <a:r>
                <a:rPr lang="en-US" sz="2000"/>
                <a:t>(e). 60</a:t>
              </a:r>
              <a:r>
                <a:rPr lang="en-US" sz="2000" baseline="30000"/>
                <a:t>o</a:t>
              </a:r>
              <a:r>
                <a:rPr lang="en-US" sz="2000"/>
                <a:t> sector</a:t>
              </a:r>
            </a:p>
          </p:txBody>
        </p:sp>
        <p:sp>
          <p:nvSpPr>
            <p:cNvPr id="69651" name="Oval 18"/>
            <p:cNvSpPr>
              <a:spLocks noChangeArrowheads="1"/>
            </p:cNvSpPr>
            <p:nvPr/>
          </p:nvSpPr>
          <p:spPr bwMode="auto">
            <a:xfrm>
              <a:off x="960" y="1440"/>
              <a:ext cx="48" cy="48"/>
            </a:xfrm>
            <a:prstGeom prst="ellipse">
              <a:avLst/>
            </a:prstGeom>
            <a:solidFill>
              <a:schemeClr val="tx1"/>
            </a:solidFill>
            <a:ln w="9525">
              <a:solidFill>
                <a:schemeClr val="tx1"/>
              </a:solidFill>
              <a:round/>
              <a:headEnd/>
              <a:tailEnd/>
            </a:ln>
          </p:spPr>
          <p:txBody>
            <a:bodyPr wrap="none" anchor="ctr"/>
            <a:lstStyle/>
            <a:p>
              <a:endParaRPr lang="en-US"/>
            </a:p>
          </p:txBody>
        </p:sp>
        <p:sp>
          <p:nvSpPr>
            <p:cNvPr id="69652" name="Oval 19"/>
            <p:cNvSpPr>
              <a:spLocks noChangeArrowheads="1"/>
            </p:cNvSpPr>
            <p:nvPr/>
          </p:nvSpPr>
          <p:spPr bwMode="auto">
            <a:xfrm>
              <a:off x="2688" y="1440"/>
              <a:ext cx="48" cy="48"/>
            </a:xfrm>
            <a:prstGeom prst="ellipse">
              <a:avLst/>
            </a:prstGeom>
            <a:solidFill>
              <a:schemeClr val="tx1"/>
            </a:solidFill>
            <a:ln w="9525">
              <a:solidFill>
                <a:schemeClr val="tx1"/>
              </a:solidFill>
              <a:round/>
              <a:headEnd/>
              <a:tailEnd/>
            </a:ln>
          </p:spPr>
          <p:txBody>
            <a:bodyPr wrap="none" anchor="ctr"/>
            <a:lstStyle/>
            <a:p>
              <a:endParaRPr lang="en-US"/>
            </a:p>
          </p:txBody>
        </p:sp>
        <p:sp>
          <p:nvSpPr>
            <p:cNvPr id="69653" name="Oval 20"/>
            <p:cNvSpPr>
              <a:spLocks noChangeArrowheads="1"/>
            </p:cNvSpPr>
            <p:nvPr/>
          </p:nvSpPr>
          <p:spPr bwMode="auto">
            <a:xfrm>
              <a:off x="3752" y="3024"/>
              <a:ext cx="48" cy="48"/>
            </a:xfrm>
            <a:prstGeom prst="ellipse">
              <a:avLst/>
            </a:prstGeom>
            <a:solidFill>
              <a:schemeClr val="tx1"/>
            </a:solidFill>
            <a:ln w="9525">
              <a:solidFill>
                <a:schemeClr val="tx1"/>
              </a:solidFill>
              <a:round/>
              <a:headEnd/>
              <a:tailEnd/>
            </a:ln>
          </p:spPr>
          <p:txBody>
            <a:bodyPr wrap="none" anchor="ctr"/>
            <a:lstStyle/>
            <a:p>
              <a:endParaRPr lang="en-US"/>
            </a:p>
          </p:txBody>
        </p:sp>
        <p:sp>
          <p:nvSpPr>
            <p:cNvPr id="69654" name="AutoShape 21"/>
            <p:cNvSpPr>
              <a:spLocks noChangeArrowheads="1"/>
            </p:cNvSpPr>
            <p:nvPr/>
          </p:nvSpPr>
          <p:spPr bwMode="auto">
            <a:xfrm>
              <a:off x="3936" y="960"/>
              <a:ext cx="1112" cy="1008"/>
            </a:xfrm>
            <a:prstGeom prst="hexagon">
              <a:avLst>
                <a:gd name="adj" fmla="val 27579"/>
                <a:gd name="vf" fmla="val 115470"/>
              </a:avLst>
            </a:prstGeom>
            <a:solidFill>
              <a:srgbClr val="66FF66">
                <a:alpha val="50195"/>
              </a:srgbClr>
            </a:solidFill>
            <a:ln w="28575">
              <a:solidFill>
                <a:schemeClr val="tx1"/>
              </a:solidFill>
              <a:miter lim="800000"/>
              <a:headEnd/>
              <a:tailEnd/>
            </a:ln>
          </p:spPr>
          <p:txBody>
            <a:bodyPr wrap="none" anchor="ctr"/>
            <a:lstStyle/>
            <a:p>
              <a:endParaRPr lang="en-US"/>
            </a:p>
          </p:txBody>
        </p:sp>
        <p:sp>
          <p:nvSpPr>
            <p:cNvPr id="69655" name="Line 22"/>
            <p:cNvSpPr>
              <a:spLocks noChangeShapeType="1"/>
            </p:cNvSpPr>
            <p:nvPr/>
          </p:nvSpPr>
          <p:spPr bwMode="auto">
            <a:xfrm>
              <a:off x="4077" y="1200"/>
              <a:ext cx="387" cy="288"/>
            </a:xfrm>
            <a:prstGeom prst="line">
              <a:avLst/>
            </a:prstGeom>
            <a:noFill/>
            <a:ln w="9525">
              <a:solidFill>
                <a:schemeClr val="tx1"/>
              </a:solidFill>
              <a:round/>
              <a:headEnd/>
              <a:tailEnd/>
            </a:ln>
          </p:spPr>
          <p:txBody>
            <a:bodyPr/>
            <a:lstStyle/>
            <a:p>
              <a:endParaRPr lang="en-US"/>
            </a:p>
          </p:txBody>
        </p:sp>
        <p:sp>
          <p:nvSpPr>
            <p:cNvPr id="69656" name="Line 23"/>
            <p:cNvSpPr>
              <a:spLocks noChangeShapeType="1"/>
            </p:cNvSpPr>
            <p:nvPr/>
          </p:nvSpPr>
          <p:spPr bwMode="auto">
            <a:xfrm flipV="1">
              <a:off x="4464" y="1200"/>
              <a:ext cx="429" cy="288"/>
            </a:xfrm>
            <a:prstGeom prst="line">
              <a:avLst/>
            </a:prstGeom>
            <a:noFill/>
            <a:ln w="9525">
              <a:solidFill>
                <a:schemeClr val="tx1"/>
              </a:solidFill>
              <a:round/>
              <a:headEnd/>
              <a:tailEnd/>
            </a:ln>
          </p:spPr>
          <p:txBody>
            <a:bodyPr/>
            <a:lstStyle/>
            <a:p>
              <a:endParaRPr lang="en-US"/>
            </a:p>
          </p:txBody>
        </p:sp>
        <p:sp>
          <p:nvSpPr>
            <p:cNvPr id="69657" name="Line 24"/>
            <p:cNvSpPr>
              <a:spLocks noChangeShapeType="1"/>
            </p:cNvSpPr>
            <p:nvPr/>
          </p:nvSpPr>
          <p:spPr bwMode="auto">
            <a:xfrm flipH="1">
              <a:off x="4464" y="1440"/>
              <a:ext cx="3" cy="528"/>
            </a:xfrm>
            <a:prstGeom prst="line">
              <a:avLst/>
            </a:prstGeom>
            <a:noFill/>
            <a:ln w="9525">
              <a:solidFill>
                <a:schemeClr val="tx1"/>
              </a:solidFill>
              <a:round/>
              <a:headEnd/>
              <a:tailEnd/>
            </a:ln>
          </p:spPr>
          <p:txBody>
            <a:bodyPr/>
            <a:lstStyle/>
            <a:p>
              <a:endParaRPr lang="en-US"/>
            </a:p>
          </p:txBody>
        </p:sp>
        <p:sp>
          <p:nvSpPr>
            <p:cNvPr id="69658" name="Text Box 25"/>
            <p:cNvSpPr txBox="1">
              <a:spLocks noChangeArrowheads="1"/>
            </p:cNvSpPr>
            <p:nvPr/>
          </p:nvSpPr>
          <p:spPr bwMode="auto">
            <a:xfrm>
              <a:off x="4320" y="1200"/>
              <a:ext cx="405" cy="192"/>
            </a:xfrm>
            <a:prstGeom prst="rect">
              <a:avLst/>
            </a:prstGeom>
            <a:noFill/>
            <a:ln w="9525">
              <a:noFill/>
              <a:miter lim="800000"/>
              <a:headEnd/>
              <a:tailEnd/>
            </a:ln>
          </p:spPr>
          <p:txBody>
            <a:bodyPr>
              <a:spAutoFit/>
            </a:bodyPr>
            <a:lstStyle/>
            <a:p>
              <a:pPr>
                <a:spcBef>
                  <a:spcPct val="50000"/>
                </a:spcBef>
              </a:pPr>
              <a:r>
                <a:rPr lang="en-US" sz="1400"/>
                <a:t>120</a:t>
              </a:r>
              <a:r>
                <a:rPr lang="en-US" sz="1400" baseline="30000"/>
                <a:t>o</a:t>
              </a:r>
              <a:endParaRPr lang="en-US" sz="1400"/>
            </a:p>
          </p:txBody>
        </p:sp>
        <p:sp>
          <p:nvSpPr>
            <p:cNvPr id="69659" name="Text Box 26"/>
            <p:cNvSpPr txBox="1">
              <a:spLocks noChangeArrowheads="1"/>
            </p:cNvSpPr>
            <p:nvPr/>
          </p:nvSpPr>
          <p:spPr bwMode="auto">
            <a:xfrm>
              <a:off x="3600" y="2102"/>
              <a:ext cx="1920" cy="250"/>
            </a:xfrm>
            <a:prstGeom prst="rect">
              <a:avLst/>
            </a:prstGeom>
            <a:noFill/>
            <a:ln w="9525">
              <a:noFill/>
              <a:miter lim="800000"/>
              <a:headEnd/>
              <a:tailEnd/>
            </a:ln>
          </p:spPr>
          <p:txBody>
            <a:bodyPr>
              <a:spAutoFit/>
            </a:bodyPr>
            <a:lstStyle/>
            <a:p>
              <a:pPr algn="ctr">
                <a:spcBef>
                  <a:spcPct val="50000"/>
                </a:spcBef>
              </a:pPr>
              <a:r>
                <a:rPr lang="en-US" sz="2000"/>
                <a:t>(c). 120</a:t>
              </a:r>
              <a:r>
                <a:rPr lang="en-US" sz="2000" baseline="30000"/>
                <a:t>o</a:t>
              </a:r>
              <a:r>
                <a:rPr lang="en-US" sz="2000"/>
                <a:t> sector (alternate)</a:t>
              </a:r>
            </a:p>
          </p:txBody>
        </p:sp>
        <p:sp>
          <p:nvSpPr>
            <p:cNvPr id="69660" name="Oval 27"/>
            <p:cNvSpPr>
              <a:spLocks noChangeArrowheads="1"/>
            </p:cNvSpPr>
            <p:nvPr/>
          </p:nvSpPr>
          <p:spPr bwMode="auto">
            <a:xfrm>
              <a:off x="4461" y="1440"/>
              <a:ext cx="48" cy="48"/>
            </a:xfrm>
            <a:prstGeom prst="ellipse">
              <a:avLst/>
            </a:prstGeom>
            <a:solidFill>
              <a:schemeClr val="tx1"/>
            </a:solidFill>
            <a:ln w="9525">
              <a:solidFill>
                <a:schemeClr val="tx1"/>
              </a:solidFill>
              <a:round/>
              <a:headEnd/>
              <a:tailEnd/>
            </a:ln>
          </p:spPr>
          <p:txBody>
            <a:bodyPr wrap="none" anchor="ctr"/>
            <a:lstStyle/>
            <a:p>
              <a:endParaRPr lang="en-US"/>
            </a:p>
          </p:txBody>
        </p:sp>
        <p:sp>
          <p:nvSpPr>
            <p:cNvPr id="69661" name="Text Box 28"/>
            <p:cNvSpPr txBox="1">
              <a:spLocks noChangeArrowheads="1"/>
            </p:cNvSpPr>
            <p:nvPr/>
          </p:nvSpPr>
          <p:spPr bwMode="auto">
            <a:xfrm>
              <a:off x="2880" y="1344"/>
              <a:ext cx="240" cy="250"/>
            </a:xfrm>
            <a:prstGeom prst="rect">
              <a:avLst/>
            </a:prstGeom>
            <a:noFill/>
            <a:ln w="9525">
              <a:noFill/>
              <a:miter lim="800000"/>
              <a:headEnd/>
              <a:tailEnd/>
            </a:ln>
          </p:spPr>
          <p:txBody>
            <a:bodyPr>
              <a:spAutoFit/>
            </a:bodyPr>
            <a:lstStyle/>
            <a:p>
              <a:pPr algn="ctr">
                <a:spcBef>
                  <a:spcPct val="50000"/>
                </a:spcBef>
              </a:pPr>
              <a:r>
                <a:rPr lang="en-US" sz="2000"/>
                <a:t>a</a:t>
              </a:r>
            </a:p>
          </p:txBody>
        </p:sp>
        <p:sp>
          <p:nvSpPr>
            <p:cNvPr id="69662" name="Text Box 29"/>
            <p:cNvSpPr txBox="1">
              <a:spLocks noChangeArrowheads="1"/>
            </p:cNvSpPr>
            <p:nvPr/>
          </p:nvSpPr>
          <p:spPr bwMode="auto">
            <a:xfrm>
              <a:off x="2448" y="1536"/>
              <a:ext cx="240" cy="250"/>
            </a:xfrm>
            <a:prstGeom prst="rect">
              <a:avLst/>
            </a:prstGeom>
            <a:noFill/>
            <a:ln w="9525">
              <a:noFill/>
              <a:miter lim="800000"/>
              <a:headEnd/>
              <a:tailEnd/>
            </a:ln>
          </p:spPr>
          <p:txBody>
            <a:bodyPr>
              <a:spAutoFit/>
            </a:bodyPr>
            <a:lstStyle/>
            <a:p>
              <a:pPr algn="ctr">
                <a:spcBef>
                  <a:spcPct val="50000"/>
                </a:spcBef>
              </a:pPr>
              <a:r>
                <a:rPr lang="en-US" sz="2000"/>
                <a:t>b</a:t>
              </a:r>
            </a:p>
          </p:txBody>
        </p:sp>
        <p:sp>
          <p:nvSpPr>
            <p:cNvPr id="69663" name="Text Box 30"/>
            <p:cNvSpPr txBox="1">
              <a:spLocks noChangeArrowheads="1"/>
            </p:cNvSpPr>
            <p:nvPr/>
          </p:nvSpPr>
          <p:spPr bwMode="auto">
            <a:xfrm>
              <a:off x="2448" y="1046"/>
              <a:ext cx="240" cy="250"/>
            </a:xfrm>
            <a:prstGeom prst="rect">
              <a:avLst/>
            </a:prstGeom>
            <a:noFill/>
            <a:ln w="9525">
              <a:noFill/>
              <a:miter lim="800000"/>
              <a:headEnd/>
              <a:tailEnd/>
            </a:ln>
          </p:spPr>
          <p:txBody>
            <a:bodyPr>
              <a:spAutoFit/>
            </a:bodyPr>
            <a:lstStyle/>
            <a:p>
              <a:pPr algn="ctr">
                <a:spcBef>
                  <a:spcPct val="50000"/>
                </a:spcBef>
              </a:pPr>
              <a:r>
                <a:rPr lang="en-US" sz="2000"/>
                <a:t>c</a:t>
              </a:r>
            </a:p>
          </p:txBody>
        </p:sp>
        <p:sp>
          <p:nvSpPr>
            <p:cNvPr id="69664" name="Text Box 31"/>
            <p:cNvSpPr txBox="1">
              <a:spLocks noChangeArrowheads="1"/>
            </p:cNvSpPr>
            <p:nvPr/>
          </p:nvSpPr>
          <p:spPr bwMode="auto">
            <a:xfrm>
              <a:off x="4560" y="1440"/>
              <a:ext cx="240" cy="250"/>
            </a:xfrm>
            <a:prstGeom prst="rect">
              <a:avLst/>
            </a:prstGeom>
            <a:noFill/>
            <a:ln w="9525">
              <a:noFill/>
              <a:miter lim="800000"/>
              <a:headEnd/>
              <a:tailEnd/>
            </a:ln>
          </p:spPr>
          <p:txBody>
            <a:bodyPr>
              <a:spAutoFit/>
            </a:bodyPr>
            <a:lstStyle/>
            <a:p>
              <a:pPr algn="ctr">
                <a:spcBef>
                  <a:spcPct val="50000"/>
                </a:spcBef>
              </a:pPr>
              <a:r>
                <a:rPr lang="en-US" sz="2000"/>
                <a:t>a</a:t>
              </a:r>
            </a:p>
          </p:txBody>
        </p:sp>
        <p:sp>
          <p:nvSpPr>
            <p:cNvPr id="69665" name="Text Box 32"/>
            <p:cNvSpPr txBox="1">
              <a:spLocks noChangeArrowheads="1"/>
            </p:cNvSpPr>
            <p:nvPr/>
          </p:nvSpPr>
          <p:spPr bwMode="auto">
            <a:xfrm>
              <a:off x="4128" y="1440"/>
              <a:ext cx="240" cy="250"/>
            </a:xfrm>
            <a:prstGeom prst="rect">
              <a:avLst/>
            </a:prstGeom>
            <a:noFill/>
            <a:ln w="9525">
              <a:noFill/>
              <a:miter lim="800000"/>
              <a:headEnd/>
              <a:tailEnd/>
            </a:ln>
          </p:spPr>
          <p:txBody>
            <a:bodyPr>
              <a:spAutoFit/>
            </a:bodyPr>
            <a:lstStyle/>
            <a:p>
              <a:pPr algn="ctr">
                <a:spcBef>
                  <a:spcPct val="50000"/>
                </a:spcBef>
              </a:pPr>
              <a:r>
                <a:rPr lang="en-US" sz="2000"/>
                <a:t>b</a:t>
              </a:r>
            </a:p>
          </p:txBody>
        </p:sp>
        <p:sp>
          <p:nvSpPr>
            <p:cNvPr id="69666" name="Text Box 33"/>
            <p:cNvSpPr txBox="1">
              <a:spLocks noChangeArrowheads="1"/>
            </p:cNvSpPr>
            <p:nvPr/>
          </p:nvSpPr>
          <p:spPr bwMode="auto">
            <a:xfrm>
              <a:off x="4368" y="960"/>
              <a:ext cx="240" cy="250"/>
            </a:xfrm>
            <a:prstGeom prst="rect">
              <a:avLst/>
            </a:prstGeom>
            <a:noFill/>
            <a:ln w="9525">
              <a:noFill/>
              <a:miter lim="800000"/>
              <a:headEnd/>
              <a:tailEnd/>
            </a:ln>
          </p:spPr>
          <p:txBody>
            <a:bodyPr>
              <a:spAutoFit/>
            </a:bodyPr>
            <a:lstStyle/>
            <a:p>
              <a:pPr algn="ctr">
                <a:spcBef>
                  <a:spcPct val="50000"/>
                </a:spcBef>
              </a:pPr>
              <a:r>
                <a:rPr lang="en-US" sz="2000"/>
                <a:t>c</a:t>
              </a:r>
            </a:p>
          </p:txBody>
        </p:sp>
        <p:sp>
          <p:nvSpPr>
            <p:cNvPr id="69667" name="AutoShape 34"/>
            <p:cNvSpPr>
              <a:spLocks noChangeArrowheads="1"/>
            </p:cNvSpPr>
            <p:nvPr/>
          </p:nvSpPr>
          <p:spPr bwMode="auto">
            <a:xfrm>
              <a:off x="1296" y="2544"/>
              <a:ext cx="1112" cy="1008"/>
            </a:xfrm>
            <a:prstGeom prst="hexagon">
              <a:avLst>
                <a:gd name="adj" fmla="val 27579"/>
                <a:gd name="vf" fmla="val 115470"/>
              </a:avLst>
            </a:prstGeom>
            <a:solidFill>
              <a:srgbClr val="66FF66">
                <a:alpha val="50195"/>
              </a:srgbClr>
            </a:solidFill>
            <a:ln w="28575">
              <a:solidFill>
                <a:schemeClr val="tx1"/>
              </a:solidFill>
              <a:miter lim="800000"/>
              <a:headEnd/>
              <a:tailEnd/>
            </a:ln>
          </p:spPr>
          <p:txBody>
            <a:bodyPr wrap="none" anchor="ctr"/>
            <a:lstStyle/>
            <a:p>
              <a:endParaRPr lang="en-US"/>
            </a:p>
          </p:txBody>
        </p:sp>
        <p:sp>
          <p:nvSpPr>
            <p:cNvPr id="69668" name="Text Box 35"/>
            <p:cNvSpPr txBox="1">
              <a:spLocks noChangeArrowheads="1"/>
            </p:cNvSpPr>
            <p:nvPr/>
          </p:nvSpPr>
          <p:spPr bwMode="auto">
            <a:xfrm>
              <a:off x="1248" y="3686"/>
              <a:ext cx="1152" cy="250"/>
            </a:xfrm>
            <a:prstGeom prst="rect">
              <a:avLst/>
            </a:prstGeom>
            <a:noFill/>
            <a:ln w="9525">
              <a:noFill/>
              <a:miter lim="800000"/>
              <a:headEnd/>
              <a:tailEnd/>
            </a:ln>
          </p:spPr>
          <p:txBody>
            <a:bodyPr>
              <a:spAutoFit/>
            </a:bodyPr>
            <a:lstStyle/>
            <a:p>
              <a:pPr algn="ctr">
                <a:spcBef>
                  <a:spcPct val="50000"/>
                </a:spcBef>
              </a:pPr>
              <a:r>
                <a:rPr lang="en-US" sz="2000"/>
                <a:t>(d). 90</a:t>
              </a:r>
              <a:r>
                <a:rPr lang="en-US" sz="2000" baseline="30000"/>
                <a:t>o</a:t>
              </a:r>
              <a:r>
                <a:rPr lang="en-US" sz="2000"/>
                <a:t> sector</a:t>
              </a:r>
            </a:p>
          </p:txBody>
        </p:sp>
        <p:sp>
          <p:nvSpPr>
            <p:cNvPr id="69669" name="Oval 36"/>
            <p:cNvSpPr>
              <a:spLocks noChangeArrowheads="1"/>
            </p:cNvSpPr>
            <p:nvPr/>
          </p:nvSpPr>
          <p:spPr bwMode="auto">
            <a:xfrm>
              <a:off x="1824" y="3024"/>
              <a:ext cx="48" cy="48"/>
            </a:xfrm>
            <a:prstGeom prst="ellipse">
              <a:avLst/>
            </a:prstGeom>
            <a:solidFill>
              <a:schemeClr val="tx1"/>
            </a:solidFill>
            <a:ln w="9525">
              <a:solidFill>
                <a:schemeClr val="tx1"/>
              </a:solidFill>
              <a:round/>
              <a:headEnd/>
              <a:tailEnd/>
            </a:ln>
          </p:spPr>
          <p:txBody>
            <a:bodyPr wrap="none" anchor="ctr"/>
            <a:lstStyle/>
            <a:p>
              <a:endParaRPr lang="en-US"/>
            </a:p>
          </p:txBody>
        </p:sp>
        <p:sp>
          <p:nvSpPr>
            <p:cNvPr id="69670" name="Line 37"/>
            <p:cNvSpPr>
              <a:spLocks noChangeShapeType="1"/>
            </p:cNvSpPr>
            <p:nvPr/>
          </p:nvSpPr>
          <p:spPr bwMode="auto">
            <a:xfrm>
              <a:off x="1440" y="2832"/>
              <a:ext cx="816" cy="432"/>
            </a:xfrm>
            <a:prstGeom prst="line">
              <a:avLst/>
            </a:prstGeom>
            <a:noFill/>
            <a:ln w="9525">
              <a:solidFill>
                <a:schemeClr val="tx1"/>
              </a:solidFill>
              <a:round/>
              <a:headEnd/>
              <a:tailEnd/>
            </a:ln>
          </p:spPr>
          <p:txBody>
            <a:bodyPr/>
            <a:lstStyle/>
            <a:p>
              <a:endParaRPr lang="en-US"/>
            </a:p>
          </p:txBody>
        </p:sp>
        <p:sp>
          <p:nvSpPr>
            <p:cNvPr id="69671" name="Line 38"/>
            <p:cNvSpPr>
              <a:spLocks noChangeShapeType="1"/>
            </p:cNvSpPr>
            <p:nvPr/>
          </p:nvSpPr>
          <p:spPr bwMode="auto">
            <a:xfrm flipV="1">
              <a:off x="1584" y="2544"/>
              <a:ext cx="528" cy="1008"/>
            </a:xfrm>
            <a:prstGeom prst="line">
              <a:avLst/>
            </a:prstGeom>
            <a:noFill/>
            <a:ln w="9525">
              <a:solidFill>
                <a:schemeClr val="tx1"/>
              </a:solidFill>
              <a:round/>
              <a:headEnd/>
              <a:tailEnd/>
            </a:ln>
          </p:spPr>
          <p:txBody>
            <a:bodyPr/>
            <a:lstStyle/>
            <a:p>
              <a:endParaRPr lang="en-US"/>
            </a:p>
          </p:txBody>
        </p:sp>
        <p:sp>
          <p:nvSpPr>
            <p:cNvPr id="69672" name="Text Box 39"/>
            <p:cNvSpPr txBox="1">
              <a:spLocks noChangeArrowheads="1"/>
            </p:cNvSpPr>
            <p:nvPr/>
          </p:nvSpPr>
          <p:spPr bwMode="auto">
            <a:xfrm>
              <a:off x="1680" y="2784"/>
              <a:ext cx="323" cy="192"/>
            </a:xfrm>
            <a:prstGeom prst="rect">
              <a:avLst/>
            </a:prstGeom>
            <a:noFill/>
            <a:ln w="9525">
              <a:noFill/>
              <a:miter lim="800000"/>
              <a:headEnd/>
              <a:tailEnd/>
            </a:ln>
          </p:spPr>
          <p:txBody>
            <a:bodyPr>
              <a:spAutoFit/>
            </a:bodyPr>
            <a:lstStyle/>
            <a:p>
              <a:pPr>
                <a:spcBef>
                  <a:spcPct val="50000"/>
                </a:spcBef>
              </a:pPr>
              <a:r>
                <a:rPr lang="en-US" sz="1400"/>
                <a:t>90</a:t>
              </a:r>
              <a:r>
                <a:rPr lang="en-US" sz="1400" baseline="30000"/>
                <a:t>o</a:t>
              </a:r>
              <a:endParaRPr lang="en-US" sz="1400"/>
            </a:p>
          </p:txBody>
        </p:sp>
        <p:sp>
          <p:nvSpPr>
            <p:cNvPr id="69673" name="Text Box 40"/>
            <p:cNvSpPr txBox="1">
              <a:spLocks noChangeArrowheads="1"/>
            </p:cNvSpPr>
            <p:nvPr/>
          </p:nvSpPr>
          <p:spPr bwMode="auto">
            <a:xfrm>
              <a:off x="2016" y="2832"/>
              <a:ext cx="240" cy="250"/>
            </a:xfrm>
            <a:prstGeom prst="rect">
              <a:avLst/>
            </a:prstGeom>
            <a:noFill/>
            <a:ln w="9525">
              <a:noFill/>
              <a:miter lim="800000"/>
              <a:headEnd/>
              <a:tailEnd/>
            </a:ln>
          </p:spPr>
          <p:txBody>
            <a:bodyPr>
              <a:spAutoFit/>
            </a:bodyPr>
            <a:lstStyle/>
            <a:p>
              <a:pPr algn="ctr">
                <a:spcBef>
                  <a:spcPct val="50000"/>
                </a:spcBef>
              </a:pPr>
              <a:r>
                <a:rPr lang="en-US" sz="2000"/>
                <a:t>a</a:t>
              </a:r>
            </a:p>
          </p:txBody>
        </p:sp>
        <p:sp>
          <p:nvSpPr>
            <p:cNvPr id="69674" name="Text Box 41"/>
            <p:cNvSpPr txBox="1">
              <a:spLocks noChangeArrowheads="1"/>
            </p:cNvSpPr>
            <p:nvPr/>
          </p:nvSpPr>
          <p:spPr bwMode="auto">
            <a:xfrm>
              <a:off x="1824" y="3206"/>
              <a:ext cx="240" cy="250"/>
            </a:xfrm>
            <a:prstGeom prst="rect">
              <a:avLst/>
            </a:prstGeom>
            <a:noFill/>
            <a:ln w="9525">
              <a:noFill/>
              <a:miter lim="800000"/>
              <a:headEnd/>
              <a:tailEnd/>
            </a:ln>
          </p:spPr>
          <p:txBody>
            <a:bodyPr>
              <a:spAutoFit/>
            </a:bodyPr>
            <a:lstStyle/>
            <a:p>
              <a:pPr algn="ctr">
                <a:spcBef>
                  <a:spcPct val="50000"/>
                </a:spcBef>
              </a:pPr>
              <a:r>
                <a:rPr lang="en-US" sz="2000"/>
                <a:t>b</a:t>
              </a:r>
            </a:p>
          </p:txBody>
        </p:sp>
        <p:sp>
          <p:nvSpPr>
            <p:cNvPr id="69675" name="Text Box 42"/>
            <p:cNvSpPr txBox="1">
              <a:spLocks noChangeArrowheads="1"/>
            </p:cNvSpPr>
            <p:nvPr/>
          </p:nvSpPr>
          <p:spPr bwMode="auto">
            <a:xfrm>
              <a:off x="1440" y="2976"/>
              <a:ext cx="240" cy="250"/>
            </a:xfrm>
            <a:prstGeom prst="rect">
              <a:avLst/>
            </a:prstGeom>
            <a:noFill/>
            <a:ln w="9525">
              <a:noFill/>
              <a:miter lim="800000"/>
              <a:headEnd/>
              <a:tailEnd/>
            </a:ln>
          </p:spPr>
          <p:txBody>
            <a:bodyPr>
              <a:spAutoFit/>
            </a:bodyPr>
            <a:lstStyle/>
            <a:p>
              <a:pPr algn="ctr">
                <a:spcBef>
                  <a:spcPct val="50000"/>
                </a:spcBef>
              </a:pPr>
              <a:r>
                <a:rPr lang="en-US" sz="2000"/>
                <a:t>c</a:t>
              </a:r>
            </a:p>
          </p:txBody>
        </p:sp>
        <p:sp>
          <p:nvSpPr>
            <p:cNvPr id="69676" name="Text Box 43"/>
            <p:cNvSpPr txBox="1">
              <a:spLocks noChangeArrowheads="1"/>
            </p:cNvSpPr>
            <p:nvPr/>
          </p:nvSpPr>
          <p:spPr bwMode="auto">
            <a:xfrm>
              <a:off x="1584" y="2544"/>
              <a:ext cx="240" cy="250"/>
            </a:xfrm>
            <a:prstGeom prst="rect">
              <a:avLst/>
            </a:prstGeom>
            <a:noFill/>
            <a:ln w="9525">
              <a:noFill/>
              <a:miter lim="800000"/>
              <a:headEnd/>
              <a:tailEnd/>
            </a:ln>
          </p:spPr>
          <p:txBody>
            <a:bodyPr>
              <a:spAutoFit/>
            </a:bodyPr>
            <a:lstStyle/>
            <a:p>
              <a:pPr algn="ctr">
                <a:spcBef>
                  <a:spcPct val="50000"/>
                </a:spcBef>
              </a:pPr>
              <a:r>
                <a:rPr lang="en-US" sz="2000"/>
                <a:t>d</a:t>
              </a:r>
            </a:p>
          </p:txBody>
        </p:sp>
        <p:sp>
          <p:nvSpPr>
            <p:cNvPr id="69677" name="Text Box 44"/>
            <p:cNvSpPr txBox="1">
              <a:spLocks noChangeArrowheads="1"/>
            </p:cNvSpPr>
            <p:nvPr/>
          </p:nvSpPr>
          <p:spPr bwMode="auto">
            <a:xfrm>
              <a:off x="3944" y="2736"/>
              <a:ext cx="240" cy="250"/>
            </a:xfrm>
            <a:prstGeom prst="rect">
              <a:avLst/>
            </a:prstGeom>
            <a:noFill/>
            <a:ln w="9525">
              <a:noFill/>
              <a:miter lim="800000"/>
              <a:headEnd/>
              <a:tailEnd/>
            </a:ln>
          </p:spPr>
          <p:txBody>
            <a:bodyPr>
              <a:spAutoFit/>
            </a:bodyPr>
            <a:lstStyle/>
            <a:p>
              <a:pPr algn="ctr">
                <a:spcBef>
                  <a:spcPct val="50000"/>
                </a:spcBef>
              </a:pPr>
              <a:r>
                <a:rPr lang="en-US" sz="2000"/>
                <a:t>a</a:t>
              </a:r>
            </a:p>
          </p:txBody>
        </p:sp>
        <p:sp>
          <p:nvSpPr>
            <p:cNvPr id="69678" name="Text Box 45"/>
            <p:cNvSpPr txBox="1">
              <a:spLocks noChangeArrowheads="1"/>
            </p:cNvSpPr>
            <p:nvPr/>
          </p:nvSpPr>
          <p:spPr bwMode="auto">
            <a:xfrm>
              <a:off x="3944" y="3062"/>
              <a:ext cx="240" cy="250"/>
            </a:xfrm>
            <a:prstGeom prst="rect">
              <a:avLst/>
            </a:prstGeom>
            <a:noFill/>
            <a:ln w="9525">
              <a:noFill/>
              <a:miter lim="800000"/>
              <a:headEnd/>
              <a:tailEnd/>
            </a:ln>
          </p:spPr>
          <p:txBody>
            <a:bodyPr>
              <a:spAutoFit/>
            </a:bodyPr>
            <a:lstStyle/>
            <a:p>
              <a:pPr algn="ctr">
                <a:spcBef>
                  <a:spcPct val="50000"/>
                </a:spcBef>
              </a:pPr>
              <a:r>
                <a:rPr lang="en-US" sz="2000"/>
                <a:t>b</a:t>
              </a:r>
            </a:p>
          </p:txBody>
        </p:sp>
        <p:sp>
          <p:nvSpPr>
            <p:cNvPr id="69679" name="Text Box 46"/>
            <p:cNvSpPr txBox="1">
              <a:spLocks noChangeArrowheads="1"/>
            </p:cNvSpPr>
            <p:nvPr/>
          </p:nvSpPr>
          <p:spPr bwMode="auto">
            <a:xfrm>
              <a:off x="3656" y="3216"/>
              <a:ext cx="240" cy="250"/>
            </a:xfrm>
            <a:prstGeom prst="rect">
              <a:avLst/>
            </a:prstGeom>
            <a:noFill/>
            <a:ln w="9525">
              <a:noFill/>
              <a:miter lim="800000"/>
              <a:headEnd/>
              <a:tailEnd/>
            </a:ln>
          </p:spPr>
          <p:txBody>
            <a:bodyPr>
              <a:spAutoFit/>
            </a:bodyPr>
            <a:lstStyle/>
            <a:p>
              <a:pPr algn="ctr">
                <a:spcBef>
                  <a:spcPct val="50000"/>
                </a:spcBef>
              </a:pPr>
              <a:r>
                <a:rPr lang="en-US" sz="2000"/>
                <a:t>c</a:t>
              </a:r>
            </a:p>
          </p:txBody>
        </p:sp>
        <p:sp>
          <p:nvSpPr>
            <p:cNvPr id="69680" name="Text Box 47"/>
            <p:cNvSpPr txBox="1">
              <a:spLocks noChangeArrowheads="1"/>
            </p:cNvSpPr>
            <p:nvPr/>
          </p:nvSpPr>
          <p:spPr bwMode="auto">
            <a:xfrm>
              <a:off x="3368" y="3062"/>
              <a:ext cx="240" cy="250"/>
            </a:xfrm>
            <a:prstGeom prst="rect">
              <a:avLst/>
            </a:prstGeom>
            <a:noFill/>
            <a:ln w="9525">
              <a:noFill/>
              <a:miter lim="800000"/>
              <a:headEnd/>
              <a:tailEnd/>
            </a:ln>
          </p:spPr>
          <p:txBody>
            <a:bodyPr>
              <a:spAutoFit/>
            </a:bodyPr>
            <a:lstStyle/>
            <a:p>
              <a:pPr algn="ctr">
                <a:spcBef>
                  <a:spcPct val="50000"/>
                </a:spcBef>
              </a:pPr>
              <a:r>
                <a:rPr lang="en-US" sz="2000"/>
                <a:t>d</a:t>
              </a:r>
            </a:p>
          </p:txBody>
        </p:sp>
        <p:sp>
          <p:nvSpPr>
            <p:cNvPr id="69681" name="Text Box 48"/>
            <p:cNvSpPr txBox="1">
              <a:spLocks noChangeArrowheads="1"/>
            </p:cNvSpPr>
            <p:nvPr/>
          </p:nvSpPr>
          <p:spPr bwMode="auto">
            <a:xfrm>
              <a:off x="3368" y="2736"/>
              <a:ext cx="240" cy="250"/>
            </a:xfrm>
            <a:prstGeom prst="rect">
              <a:avLst/>
            </a:prstGeom>
            <a:noFill/>
            <a:ln w="9525">
              <a:noFill/>
              <a:miter lim="800000"/>
              <a:headEnd/>
              <a:tailEnd/>
            </a:ln>
          </p:spPr>
          <p:txBody>
            <a:bodyPr>
              <a:spAutoFit/>
            </a:bodyPr>
            <a:lstStyle/>
            <a:p>
              <a:pPr algn="ctr">
                <a:spcBef>
                  <a:spcPct val="50000"/>
                </a:spcBef>
              </a:pPr>
              <a:r>
                <a:rPr lang="en-US" sz="2000"/>
                <a:t>e</a:t>
              </a:r>
            </a:p>
          </p:txBody>
        </p:sp>
        <p:sp>
          <p:nvSpPr>
            <p:cNvPr id="69682" name="Text Box 49"/>
            <p:cNvSpPr txBox="1">
              <a:spLocks noChangeArrowheads="1"/>
            </p:cNvSpPr>
            <p:nvPr/>
          </p:nvSpPr>
          <p:spPr bwMode="auto">
            <a:xfrm>
              <a:off x="3656" y="2534"/>
              <a:ext cx="240" cy="250"/>
            </a:xfrm>
            <a:prstGeom prst="rect">
              <a:avLst/>
            </a:prstGeom>
            <a:noFill/>
            <a:ln w="9525">
              <a:noFill/>
              <a:miter lim="800000"/>
              <a:headEnd/>
              <a:tailEnd/>
            </a:ln>
          </p:spPr>
          <p:txBody>
            <a:bodyPr>
              <a:spAutoFit/>
            </a:bodyPr>
            <a:lstStyle/>
            <a:p>
              <a:pPr algn="ctr">
                <a:spcBef>
                  <a:spcPct val="50000"/>
                </a:spcBef>
              </a:pPr>
              <a:r>
                <a:rPr lang="en-US" sz="2000"/>
                <a:t>f</a:t>
              </a:r>
            </a:p>
          </p:txBody>
        </p:sp>
      </p:grpSp>
    </p:spTree>
    <p:extLst>
      <p:ext uri="{BB962C8B-B14F-4D97-AF65-F5344CB8AC3E}">
        <p14:creationId xmlns:p14="http://schemas.microsoft.com/office/powerpoint/2010/main" val="2730604796"/>
      </p:ext>
    </p:extLst>
  </p:cSld>
  <p:clrMapOvr>
    <a:masterClrMapping/>
  </p:clrMapOvr>
  <p:transition spd="med">
    <p:push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p:cNvSpPr>
            <a:spLocks noGrp="1"/>
          </p:cNvSpPr>
          <p:nvPr>
            <p:ph type="sldNum" sz="quarter" idx="12"/>
          </p:nvPr>
        </p:nvSpPr>
        <p:spPr>
          <a:noFill/>
        </p:spPr>
        <p:txBody>
          <a:bodyPr/>
          <a:lstStyle/>
          <a:p>
            <a:fld id="{3E4FF900-07C0-46CF-9789-993B9B96C531}" type="slidenum">
              <a:rPr lang="en-US" smtClean="0"/>
              <a:pPr/>
              <a:t>34</a:t>
            </a:fld>
            <a:endParaRPr lang="en-US"/>
          </a:p>
        </p:txBody>
      </p:sp>
      <p:sp>
        <p:nvSpPr>
          <p:cNvPr id="70659" name="Rectangle 6"/>
          <p:cNvSpPr>
            <a:spLocks noGrp="1" noChangeArrowheads="1"/>
          </p:cNvSpPr>
          <p:nvPr>
            <p:ph type="title"/>
          </p:nvPr>
        </p:nvSpPr>
        <p:spPr>
          <a:xfrm>
            <a:off x="381000" y="0"/>
            <a:ext cx="7772400" cy="1143000"/>
          </a:xfrm>
        </p:spPr>
        <p:txBody>
          <a:bodyPr/>
          <a:lstStyle/>
          <a:p>
            <a:pPr eaLnBrk="1" hangingPunct="1"/>
            <a:r>
              <a:rPr lang="en-US"/>
              <a:t>Sectorized Antennas</a:t>
            </a:r>
          </a:p>
        </p:txBody>
      </p:sp>
      <p:sp>
        <p:nvSpPr>
          <p:cNvPr id="70660" name="Rectangle 7"/>
          <p:cNvSpPr>
            <a:spLocks noGrp="1" noChangeArrowheads="1"/>
          </p:cNvSpPr>
          <p:nvPr>
            <p:ph type="body" idx="1"/>
          </p:nvPr>
        </p:nvSpPr>
        <p:spPr>
          <a:xfrm>
            <a:off x="533400" y="990600"/>
            <a:ext cx="7772400" cy="4114800"/>
          </a:xfrm>
        </p:spPr>
        <p:txBody>
          <a:bodyPr/>
          <a:lstStyle/>
          <a:p>
            <a:pPr eaLnBrk="1" hangingPunct="1"/>
            <a:r>
              <a:rPr lang="en-US"/>
              <a:t>Further interference reduction by using sectorized antennas.</a:t>
            </a:r>
          </a:p>
        </p:txBody>
      </p:sp>
      <p:grpSp>
        <p:nvGrpSpPr>
          <p:cNvPr id="70661" name="Group 21"/>
          <p:cNvGrpSpPr>
            <a:grpSpLocks/>
          </p:cNvGrpSpPr>
          <p:nvPr/>
        </p:nvGrpSpPr>
        <p:grpSpPr bwMode="auto">
          <a:xfrm>
            <a:off x="762000" y="2514600"/>
            <a:ext cx="1757363" cy="1752600"/>
            <a:chOff x="2193" y="2003"/>
            <a:chExt cx="1107" cy="1104"/>
          </a:xfrm>
        </p:grpSpPr>
        <p:grpSp>
          <p:nvGrpSpPr>
            <p:cNvPr id="70663" name="Group 2"/>
            <p:cNvGrpSpPr>
              <a:grpSpLocks/>
            </p:cNvGrpSpPr>
            <p:nvPr/>
          </p:nvGrpSpPr>
          <p:grpSpPr bwMode="auto">
            <a:xfrm>
              <a:off x="2193" y="2003"/>
              <a:ext cx="1104" cy="1104"/>
              <a:chOff x="960" y="1152"/>
              <a:chExt cx="1104" cy="1104"/>
            </a:xfrm>
          </p:grpSpPr>
          <p:sp>
            <p:nvSpPr>
              <p:cNvPr id="70676" name="AutoShape 3"/>
              <p:cNvSpPr>
                <a:spLocks noChangeArrowheads="1"/>
              </p:cNvSpPr>
              <p:nvPr/>
            </p:nvSpPr>
            <p:spPr bwMode="auto">
              <a:xfrm>
                <a:off x="1429" y="1152"/>
                <a:ext cx="635" cy="547"/>
              </a:xfrm>
              <a:prstGeom prst="hexagon">
                <a:avLst>
                  <a:gd name="adj" fmla="val 29017"/>
                  <a:gd name="vf" fmla="val 115470"/>
                </a:avLst>
              </a:prstGeom>
              <a:solidFill>
                <a:srgbClr val="0000FF"/>
              </a:solidFill>
              <a:ln w="12700">
                <a:solidFill>
                  <a:schemeClr val="tx1"/>
                </a:solidFill>
                <a:miter lim="800000"/>
                <a:headEnd/>
                <a:tailEnd/>
              </a:ln>
            </p:spPr>
            <p:txBody>
              <a:bodyPr wrap="none" anchor="ctr"/>
              <a:lstStyle/>
              <a:p>
                <a:endParaRPr lang="en-US"/>
              </a:p>
            </p:txBody>
          </p:sp>
          <p:sp>
            <p:nvSpPr>
              <p:cNvPr id="70677" name="AutoShape 4"/>
              <p:cNvSpPr>
                <a:spLocks noChangeArrowheads="1"/>
              </p:cNvSpPr>
              <p:nvPr/>
            </p:nvSpPr>
            <p:spPr bwMode="auto">
              <a:xfrm>
                <a:off x="1429" y="1709"/>
                <a:ext cx="635" cy="547"/>
              </a:xfrm>
              <a:prstGeom prst="hexagon">
                <a:avLst>
                  <a:gd name="adj" fmla="val 29017"/>
                  <a:gd name="vf" fmla="val 115470"/>
                </a:avLst>
              </a:prstGeom>
              <a:solidFill>
                <a:srgbClr val="339933"/>
              </a:solidFill>
              <a:ln w="12700">
                <a:solidFill>
                  <a:schemeClr val="tx1"/>
                </a:solidFill>
                <a:miter lim="800000"/>
                <a:headEnd/>
                <a:tailEnd/>
              </a:ln>
            </p:spPr>
            <p:txBody>
              <a:bodyPr wrap="none" anchor="ctr"/>
              <a:lstStyle/>
              <a:p>
                <a:endParaRPr lang="en-US"/>
              </a:p>
            </p:txBody>
          </p:sp>
          <p:sp>
            <p:nvSpPr>
              <p:cNvPr id="70678" name="AutoShape 5"/>
              <p:cNvSpPr>
                <a:spLocks noChangeArrowheads="1"/>
              </p:cNvSpPr>
              <p:nvPr/>
            </p:nvSpPr>
            <p:spPr bwMode="auto">
              <a:xfrm>
                <a:off x="960" y="1430"/>
                <a:ext cx="635" cy="548"/>
              </a:xfrm>
              <a:prstGeom prst="hexagon">
                <a:avLst>
                  <a:gd name="adj" fmla="val 28964"/>
                  <a:gd name="vf" fmla="val 115470"/>
                </a:avLst>
              </a:prstGeom>
              <a:solidFill>
                <a:srgbClr val="FF99FF"/>
              </a:solidFill>
              <a:ln w="12700">
                <a:solidFill>
                  <a:schemeClr val="tx1"/>
                </a:solidFill>
                <a:miter lim="800000"/>
                <a:headEnd/>
                <a:tailEnd/>
              </a:ln>
            </p:spPr>
            <p:txBody>
              <a:bodyPr wrap="none" anchor="ctr"/>
              <a:lstStyle/>
              <a:p>
                <a:endParaRPr lang="en-US"/>
              </a:p>
            </p:txBody>
          </p:sp>
        </p:grpSp>
        <p:grpSp>
          <p:nvGrpSpPr>
            <p:cNvPr id="70664" name="Group 8"/>
            <p:cNvGrpSpPr>
              <a:grpSpLocks/>
            </p:cNvGrpSpPr>
            <p:nvPr/>
          </p:nvGrpSpPr>
          <p:grpSpPr bwMode="auto">
            <a:xfrm>
              <a:off x="2824" y="2016"/>
              <a:ext cx="476" cy="532"/>
              <a:chOff x="3280" y="2348"/>
              <a:chExt cx="476" cy="532"/>
            </a:xfrm>
          </p:grpSpPr>
          <p:sp>
            <p:nvSpPr>
              <p:cNvPr id="70673" name="Line 9"/>
              <p:cNvSpPr>
                <a:spLocks noChangeShapeType="1"/>
              </p:cNvSpPr>
              <p:nvPr/>
            </p:nvSpPr>
            <p:spPr bwMode="auto">
              <a:xfrm>
                <a:off x="3280" y="2348"/>
                <a:ext cx="156" cy="256"/>
              </a:xfrm>
              <a:prstGeom prst="line">
                <a:avLst/>
              </a:prstGeom>
              <a:noFill/>
              <a:ln w="9525">
                <a:solidFill>
                  <a:schemeClr val="tx1"/>
                </a:solidFill>
                <a:round/>
                <a:headEnd/>
                <a:tailEnd/>
              </a:ln>
            </p:spPr>
            <p:txBody>
              <a:bodyPr/>
              <a:lstStyle/>
              <a:p>
                <a:endParaRPr lang="en-US"/>
              </a:p>
            </p:txBody>
          </p:sp>
          <p:sp>
            <p:nvSpPr>
              <p:cNvPr id="70674" name="Line 10"/>
              <p:cNvSpPr>
                <a:spLocks noChangeShapeType="1"/>
              </p:cNvSpPr>
              <p:nvPr/>
            </p:nvSpPr>
            <p:spPr bwMode="auto">
              <a:xfrm flipV="1">
                <a:off x="3284" y="2592"/>
                <a:ext cx="156" cy="288"/>
              </a:xfrm>
              <a:prstGeom prst="line">
                <a:avLst/>
              </a:prstGeom>
              <a:noFill/>
              <a:ln w="9525">
                <a:solidFill>
                  <a:schemeClr val="tx1"/>
                </a:solidFill>
                <a:round/>
                <a:headEnd/>
                <a:tailEnd/>
              </a:ln>
            </p:spPr>
            <p:txBody>
              <a:bodyPr/>
              <a:lstStyle/>
              <a:p>
                <a:endParaRPr lang="en-US"/>
              </a:p>
            </p:txBody>
          </p:sp>
          <p:sp>
            <p:nvSpPr>
              <p:cNvPr id="70675" name="Line 11"/>
              <p:cNvSpPr>
                <a:spLocks noChangeShapeType="1"/>
              </p:cNvSpPr>
              <p:nvPr/>
            </p:nvSpPr>
            <p:spPr bwMode="auto">
              <a:xfrm flipH="1" flipV="1">
                <a:off x="3444" y="2600"/>
                <a:ext cx="312" cy="8"/>
              </a:xfrm>
              <a:prstGeom prst="line">
                <a:avLst/>
              </a:prstGeom>
              <a:noFill/>
              <a:ln w="9525">
                <a:solidFill>
                  <a:schemeClr val="tx1"/>
                </a:solidFill>
                <a:round/>
                <a:headEnd/>
                <a:tailEnd/>
              </a:ln>
            </p:spPr>
            <p:txBody>
              <a:bodyPr/>
              <a:lstStyle/>
              <a:p>
                <a:endParaRPr lang="en-US"/>
              </a:p>
            </p:txBody>
          </p:sp>
        </p:grpSp>
        <p:grpSp>
          <p:nvGrpSpPr>
            <p:cNvPr id="70665" name="Group 12"/>
            <p:cNvGrpSpPr>
              <a:grpSpLocks/>
            </p:cNvGrpSpPr>
            <p:nvPr/>
          </p:nvGrpSpPr>
          <p:grpSpPr bwMode="auto">
            <a:xfrm>
              <a:off x="2824" y="2568"/>
              <a:ext cx="476" cy="532"/>
              <a:chOff x="3280" y="2348"/>
              <a:chExt cx="476" cy="532"/>
            </a:xfrm>
          </p:grpSpPr>
          <p:sp>
            <p:nvSpPr>
              <p:cNvPr id="70670" name="Line 13"/>
              <p:cNvSpPr>
                <a:spLocks noChangeShapeType="1"/>
              </p:cNvSpPr>
              <p:nvPr/>
            </p:nvSpPr>
            <p:spPr bwMode="auto">
              <a:xfrm>
                <a:off x="3280" y="2348"/>
                <a:ext cx="156" cy="256"/>
              </a:xfrm>
              <a:prstGeom prst="line">
                <a:avLst/>
              </a:prstGeom>
              <a:noFill/>
              <a:ln w="9525">
                <a:solidFill>
                  <a:schemeClr val="tx1"/>
                </a:solidFill>
                <a:round/>
                <a:headEnd/>
                <a:tailEnd/>
              </a:ln>
            </p:spPr>
            <p:txBody>
              <a:bodyPr/>
              <a:lstStyle/>
              <a:p>
                <a:endParaRPr lang="en-US"/>
              </a:p>
            </p:txBody>
          </p:sp>
          <p:sp>
            <p:nvSpPr>
              <p:cNvPr id="70671" name="Line 14"/>
              <p:cNvSpPr>
                <a:spLocks noChangeShapeType="1"/>
              </p:cNvSpPr>
              <p:nvPr/>
            </p:nvSpPr>
            <p:spPr bwMode="auto">
              <a:xfrm flipV="1">
                <a:off x="3284" y="2592"/>
                <a:ext cx="156" cy="288"/>
              </a:xfrm>
              <a:prstGeom prst="line">
                <a:avLst/>
              </a:prstGeom>
              <a:noFill/>
              <a:ln w="9525">
                <a:solidFill>
                  <a:schemeClr val="tx1"/>
                </a:solidFill>
                <a:round/>
                <a:headEnd/>
                <a:tailEnd/>
              </a:ln>
            </p:spPr>
            <p:txBody>
              <a:bodyPr/>
              <a:lstStyle/>
              <a:p>
                <a:endParaRPr lang="en-US"/>
              </a:p>
            </p:txBody>
          </p:sp>
          <p:sp>
            <p:nvSpPr>
              <p:cNvPr id="70672" name="Line 15"/>
              <p:cNvSpPr>
                <a:spLocks noChangeShapeType="1"/>
              </p:cNvSpPr>
              <p:nvPr/>
            </p:nvSpPr>
            <p:spPr bwMode="auto">
              <a:xfrm flipH="1" flipV="1">
                <a:off x="3444" y="2600"/>
                <a:ext cx="312" cy="8"/>
              </a:xfrm>
              <a:prstGeom prst="line">
                <a:avLst/>
              </a:prstGeom>
              <a:noFill/>
              <a:ln w="9525">
                <a:solidFill>
                  <a:schemeClr val="tx1"/>
                </a:solidFill>
                <a:round/>
                <a:headEnd/>
                <a:tailEnd/>
              </a:ln>
            </p:spPr>
            <p:txBody>
              <a:bodyPr/>
              <a:lstStyle/>
              <a:p>
                <a:endParaRPr lang="en-US"/>
              </a:p>
            </p:txBody>
          </p:sp>
        </p:grpSp>
        <p:grpSp>
          <p:nvGrpSpPr>
            <p:cNvPr id="70666" name="Group 16"/>
            <p:cNvGrpSpPr>
              <a:grpSpLocks/>
            </p:cNvGrpSpPr>
            <p:nvPr/>
          </p:nvGrpSpPr>
          <p:grpSpPr bwMode="auto">
            <a:xfrm>
              <a:off x="2344" y="2284"/>
              <a:ext cx="476" cy="532"/>
              <a:chOff x="3280" y="2348"/>
              <a:chExt cx="476" cy="532"/>
            </a:xfrm>
          </p:grpSpPr>
          <p:sp>
            <p:nvSpPr>
              <p:cNvPr id="70667" name="Line 17"/>
              <p:cNvSpPr>
                <a:spLocks noChangeShapeType="1"/>
              </p:cNvSpPr>
              <p:nvPr/>
            </p:nvSpPr>
            <p:spPr bwMode="auto">
              <a:xfrm>
                <a:off x="3280" y="2348"/>
                <a:ext cx="156" cy="256"/>
              </a:xfrm>
              <a:prstGeom prst="line">
                <a:avLst/>
              </a:prstGeom>
              <a:noFill/>
              <a:ln w="9525">
                <a:solidFill>
                  <a:schemeClr val="tx1"/>
                </a:solidFill>
                <a:round/>
                <a:headEnd/>
                <a:tailEnd/>
              </a:ln>
            </p:spPr>
            <p:txBody>
              <a:bodyPr/>
              <a:lstStyle/>
              <a:p>
                <a:endParaRPr lang="en-US"/>
              </a:p>
            </p:txBody>
          </p:sp>
          <p:sp>
            <p:nvSpPr>
              <p:cNvPr id="70668" name="Line 18"/>
              <p:cNvSpPr>
                <a:spLocks noChangeShapeType="1"/>
              </p:cNvSpPr>
              <p:nvPr/>
            </p:nvSpPr>
            <p:spPr bwMode="auto">
              <a:xfrm flipV="1">
                <a:off x="3284" y="2592"/>
                <a:ext cx="156" cy="288"/>
              </a:xfrm>
              <a:prstGeom prst="line">
                <a:avLst/>
              </a:prstGeom>
              <a:noFill/>
              <a:ln w="9525">
                <a:solidFill>
                  <a:schemeClr val="tx1"/>
                </a:solidFill>
                <a:round/>
                <a:headEnd/>
                <a:tailEnd/>
              </a:ln>
            </p:spPr>
            <p:txBody>
              <a:bodyPr/>
              <a:lstStyle/>
              <a:p>
                <a:endParaRPr lang="en-US"/>
              </a:p>
            </p:txBody>
          </p:sp>
          <p:sp>
            <p:nvSpPr>
              <p:cNvPr id="70669" name="Line 19"/>
              <p:cNvSpPr>
                <a:spLocks noChangeShapeType="1"/>
              </p:cNvSpPr>
              <p:nvPr/>
            </p:nvSpPr>
            <p:spPr bwMode="auto">
              <a:xfrm flipH="1" flipV="1">
                <a:off x="3444" y="2600"/>
                <a:ext cx="312" cy="8"/>
              </a:xfrm>
              <a:prstGeom prst="line">
                <a:avLst/>
              </a:prstGeom>
              <a:noFill/>
              <a:ln w="9525">
                <a:solidFill>
                  <a:schemeClr val="tx1"/>
                </a:solidFill>
                <a:round/>
                <a:headEnd/>
                <a:tailEnd/>
              </a:ln>
            </p:spPr>
            <p:txBody>
              <a:bodyPr/>
              <a:lstStyle/>
              <a:p>
                <a:endParaRPr lang="en-US"/>
              </a:p>
            </p:txBody>
          </p:sp>
        </p:grpSp>
      </p:grpSp>
      <p:pic>
        <p:nvPicPr>
          <p:cNvPr id="70662" name="Picture 20" descr="4353"/>
          <p:cNvPicPr>
            <a:picLocks noChangeAspect="1" noChangeArrowheads="1"/>
          </p:cNvPicPr>
          <p:nvPr/>
        </p:nvPicPr>
        <p:blipFill>
          <a:blip r:embed="rId2"/>
          <a:srcRect/>
          <a:stretch>
            <a:fillRect/>
          </a:stretch>
        </p:blipFill>
        <p:spPr bwMode="auto">
          <a:xfrm>
            <a:off x="4724400" y="1676400"/>
            <a:ext cx="3094038" cy="4741863"/>
          </a:xfrm>
          <a:prstGeom prst="rect">
            <a:avLst/>
          </a:prstGeom>
          <a:noFill/>
          <a:ln w="9525">
            <a:noFill/>
            <a:miter lim="800000"/>
            <a:headEnd/>
            <a:tailEnd/>
          </a:ln>
        </p:spPr>
      </p:pic>
    </p:spTree>
    <p:extLst>
      <p:ext uri="{BB962C8B-B14F-4D97-AF65-F5344CB8AC3E}">
        <p14:creationId xmlns:p14="http://schemas.microsoft.com/office/powerpoint/2010/main" val="1940830823"/>
      </p:ext>
    </p:extLst>
  </p:cSld>
  <p:clrMapOvr>
    <a:masterClrMapping/>
  </p:clrMapOvr>
  <p:transition spd="med">
    <p:checke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D28B5E0-045C-421D-B430-3AA3F47CE1AB}" type="slidenum">
              <a:rPr lang="en-US" smtClean="0"/>
              <a:pPr>
                <a:defRPr/>
              </a:pPr>
              <a:t>35</a:t>
            </a:fld>
            <a:endParaRPr lang="en-US"/>
          </a:p>
        </p:txBody>
      </p:sp>
      <p:sp>
        <p:nvSpPr>
          <p:cNvPr id="5" name="Rectangle 2"/>
          <p:cNvSpPr>
            <a:spLocks noGrp="1" noChangeArrowheads="1"/>
          </p:cNvSpPr>
          <p:nvPr>
            <p:ph type="title"/>
          </p:nvPr>
        </p:nvSpPr>
        <p:spPr>
          <a:xfrm>
            <a:off x="457200" y="228600"/>
            <a:ext cx="7772400" cy="609600"/>
          </a:xfrm>
          <a:solidFill>
            <a:schemeClr val="accent1"/>
          </a:solidFill>
        </p:spPr>
        <p:txBody>
          <a:bodyPr/>
          <a:lstStyle/>
          <a:p>
            <a:pPr eaLnBrk="1" hangingPunct="1"/>
            <a:r>
              <a:rPr lang="en-US" sz="4000" b="1" dirty="0">
                <a:solidFill>
                  <a:srgbClr val="0000CC"/>
                </a:solidFill>
              </a:rPr>
              <a:t>Cell Clustering with sectored cells</a:t>
            </a:r>
          </a:p>
        </p:txBody>
      </p:sp>
      <p:grpSp>
        <p:nvGrpSpPr>
          <p:cNvPr id="40" name="Group 39"/>
          <p:cNvGrpSpPr/>
          <p:nvPr/>
        </p:nvGrpSpPr>
        <p:grpSpPr>
          <a:xfrm>
            <a:off x="2045443" y="1914728"/>
            <a:ext cx="3524047" cy="3222083"/>
            <a:chOff x="2045443" y="1914728"/>
            <a:chExt cx="3524047" cy="3222083"/>
          </a:xfrm>
        </p:grpSpPr>
        <p:grpSp>
          <p:nvGrpSpPr>
            <p:cNvPr id="20" name="Group 19"/>
            <p:cNvGrpSpPr/>
            <p:nvPr/>
          </p:nvGrpSpPr>
          <p:grpSpPr>
            <a:xfrm>
              <a:off x="2045443" y="1923244"/>
              <a:ext cx="1752600" cy="1828800"/>
              <a:chOff x="2057400" y="1914728"/>
              <a:chExt cx="1752600" cy="1828800"/>
            </a:xfrm>
            <a:solidFill>
              <a:srgbClr val="CCFFFF"/>
            </a:solidFill>
          </p:grpSpPr>
          <p:sp>
            <p:nvSpPr>
              <p:cNvPr id="7" name="Hexagon 6"/>
              <p:cNvSpPr/>
              <p:nvPr/>
            </p:nvSpPr>
            <p:spPr>
              <a:xfrm rot="5400000">
                <a:off x="2019300" y="1952828"/>
                <a:ext cx="1828800" cy="1752600"/>
              </a:xfrm>
              <a:prstGeom prst="hexagon">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p:cNvCxnSpPr>
                <a:endCxn id="7" idx="2"/>
              </p:cNvCxnSpPr>
              <p:nvPr/>
            </p:nvCxnSpPr>
            <p:spPr>
              <a:xfrm flipH="1" flipV="1">
                <a:off x="2057400" y="2352878"/>
                <a:ext cx="883190" cy="48486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7" idx="4"/>
              </p:cNvCxnSpPr>
              <p:nvPr/>
            </p:nvCxnSpPr>
            <p:spPr>
              <a:xfrm flipH="1">
                <a:off x="2933700" y="2352878"/>
                <a:ext cx="876300" cy="461659"/>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0"/>
              </p:cNvCxnSpPr>
              <p:nvPr/>
            </p:nvCxnSpPr>
            <p:spPr>
              <a:xfrm flipV="1">
                <a:off x="2933700" y="2814537"/>
                <a:ext cx="10538" cy="928991"/>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686050" y="2068950"/>
                <a:ext cx="515970" cy="461665"/>
              </a:xfrm>
              <a:prstGeom prst="rect">
                <a:avLst/>
              </a:prstGeom>
              <a:grpFill/>
            </p:spPr>
            <p:txBody>
              <a:bodyPr wrap="square" rtlCol="0">
                <a:spAutoFit/>
              </a:bodyPr>
              <a:lstStyle/>
              <a:p>
                <a:r>
                  <a:rPr lang="en-US" i="1" dirty="0"/>
                  <a:t>A</a:t>
                </a:r>
                <a:r>
                  <a:rPr lang="en-US" baseline="-25000" dirty="0"/>
                  <a:t>1</a:t>
                </a:r>
              </a:p>
            </p:txBody>
          </p:sp>
          <p:sp>
            <p:nvSpPr>
              <p:cNvPr id="18" name="TextBox 17"/>
              <p:cNvSpPr txBox="1"/>
              <p:nvPr/>
            </p:nvSpPr>
            <p:spPr>
              <a:xfrm>
                <a:off x="2254790" y="2796701"/>
                <a:ext cx="528131" cy="461665"/>
              </a:xfrm>
              <a:prstGeom prst="rect">
                <a:avLst/>
              </a:prstGeom>
              <a:grpFill/>
            </p:spPr>
            <p:txBody>
              <a:bodyPr wrap="square" rtlCol="0">
                <a:spAutoFit/>
              </a:bodyPr>
              <a:lstStyle/>
              <a:p>
                <a:r>
                  <a:rPr lang="en-US" i="1" dirty="0"/>
                  <a:t>A</a:t>
                </a:r>
                <a:r>
                  <a:rPr lang="en-US" baseline="-25000" dirty="0"/>
                  <a:t>2</a:t>
                </a:r>
              </a:p>
            </p:txBody>
          </p:sp>
          <p:sp>
            <p:nvSpPr>
              <p:cNvPr id="19" name="TextBox 18"/>
              <p:cNvSpPr txBox="1"/>
              <p:nvPr/>
            </p:nvSpPr>
            <p:spPr>
              <a:xfrm>
                <a:off x="3091369" y="2764278"/>
                <a:ext cx="685800" cy="461665"/>
              </a:xfrm>
              <a:prstGeom prst="rect">
                <a:avLst/>
              </a:prstGeom>
              <a:grpFill/>
            </p:spPr>
            <p:txBody>
              <a:bodyPr wrap="square" rtlCol="0">
                <a:spAutoFit/>
              </a:bodyPr>
              <a:lstStyle/>
              <a:p>
                <a:r>
                  <a:rPr lang="en-US" i="1" dirty="0"/>
                  <a:t>A</a:t>
                </a:r>
                <a:r>
                  <a:rPr lang="en-US" baseline="-25000" dirty="0"/>
                  <a:t>3</a:t>
                </a:r>
              </a:p>
            </p:txBody>
          </p:sp>
        </p:grpSp>
        <p:grpSp>
          <p:nvGrpSpPr>
            <p:cNvPr id="21" name="Group 20"/>
            <p:cNvGrpSpPr/>
            <p:nvPr/>
          </p:nvGrpSpPr>
          <p:grpSpPr>
            <a:xfrm>
              <a:off x="3816890" y="1914728"/>
              <a:ext cx="1752600" cy="1828800"/>
              <a:chOff x="2057400" y="1914728"/>
              <a:chExt cx="1752600" cy="1828800"/>
            </a:xfrm>
            <a:solidFill>
              <a:srgbClr val="9999FF"/>
            </a:solidFill>
          </p:grpSpPr>
          <p:sp>
            <p:nvSpPr>
              <p:cNvPr id="22" name="Hexagon 21"/>
              <p:cNvSpPr/>
              <p:nvPr/>
            </p:nvSpPr>
            <p:spPr>
              <a:xfrm rot="5400000">
                <a:off x="2019300" y="1952828"/>
                <a:ext cx="1828800" cy="1752600"/>
              </a:xfrm>
              <a:prstGeom prst="hexagon">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p:cNvCxnSpPr>
                <a:endCxn id="22" idx="2"/>
              </p:cNvCxnSpPr>
              <p:nvPr/>
            </p:nvCxnSpPr>
            <p:spPr>
              <a:xfrm flipH="1" flipV="1">
                <a:off x="2057400" y="2352878"/>
                <a:ext cx="876300" cy="47625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22" idx="4"/>
              </p:cNvCxnSpPr>
              <p:nvPr/>
            </p:nvCxnSpPr>
            <p:spPr>
              <a:xfrm flipH="1">
                <a:off x="2933700" y="2352878"/>
                <a:ext cx="876300" cy="461659"/>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22" idx="0"/>
              </p:cNvCxnSpPr>
              <p:nvPr/>
            </p:nvCxnSpPr>
            <p:spPr>
              <a:xfrm flipV="1">
                <a:off x="2933700" y="2814537"/>
                <a:ext cx="10538" cy="928991"/>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2686050" y="2068950"/>
                <a:ext cx="507460" cy="461665"/>
              </a:xfrm>
              <a:prstGeom prst="rect">
                <a:avLst/>
              </a:prstGeom>
              <a:grpFill/>
            </p:spPr>
            <p:txBody>
              <a:bodyPr wrap="square" rtlCol="0">
                <a:spAutoFit/>
              </a:bodyPr>
              <a:lstStyle/>
              <a:p>
                <a:r>
                  <a:rPr lang="en-US" i="1" dirty="0"/>
                  <a:t>B</a:t>
                </a:r>
                <a:r>
                  <a:rPr lang="en-US" baseline="-25000" dirty="0"/>
                  <a:t>1</a:t>
                </a:r>
              </a:p>
            </p:txBody>
          </p:sp>
          <p:sp>
            <p:nvSpPr>
              <p:cNvPr id="27" name="TextBox 26"/>
              <p:cNvSpPr txBox="1"/>
              <p:nvPr/>
            </p:nvSpPr>
            <p:spPr>
              <a:xfrm>
                <a:off x="2254790" y="2796701"/>
                <a:ext cx="531779" cy="461665"/>
              </a:xfrm>
              <a:prstGeom prst="rect">
                <a:avLst/>
              </a:prstGeom>
              <a:grpFill/>
            </p:spPr>
            <p:txBody>
              <a:bodyPr wrap="square" rtlCol="0">
                <a:spAutoFit/>
              </a:bodyPr>
              <a:lstStyle/>
              <a:p>
                <a:r>
                  <a:rPr lang="en-US" i="1" dirty="0"/>
                  <a:t>B</a:t>
                </a:r>
                <a:r>
                  <a:rPr lang="en-US" baseline="-25000" dirty="0"/>
                  <a:t>2</a:t>
                </a:r>
              </a:p>
            </p:txBody>
          </p:sp>
          <p:sp>
            <p:nvSpPr>
              <p:cNvPr id="28" name="TextBox 27"/>
              <p:cNvSpPr txBox="1"/>
              <p:nvPr/>
            </p:nvSpPr>
            <p:spPr>
              <a:xfrm>
                <a:off x="3091369" y="2764278"/>
                <a:ext cx="685800" cy="461665"/>
              </a:xfrm>
              <a:prstGeom prst="rect">
                <a:avLst/>
              </a:prstGeom>
              <a:grpFill/>
            </p:spPr>
            <p:txBody>
              <a:bodyPr wrap="square" rtlCol="0">
                <a:spAutoFit/>
              </a:bodyPr>
              <a:lstStyle/>
              <a:p>
                <a:r>
                  <a:rPr lang="en-US" i="1" dirty="0"/>
                  <a:t>B</a:t>
                </a:r>
                <a:r>
                  <a:rPr lang="en-US" baseline="-25000" dirty="0"/>
                  <a:t>3</a:t>
                </a:r>
              </a:p>
            </p:txBody>
          </p:sp>
        </p:grpSp>
        <p:grpSp>
          <p:nvGrpSpPr>
            <p:cNvPr id="29" name="Group 28"/>
            <p:cNvGrpSpPr/>
            <p:nvPr/>
          </p:nvGrpSpPr>
          <p:grpSpPr>
            <a:xfrm>
              <a:off x="2933700" y="3308011"/>
              <a:ext cx="1752600" cy="1828800"/>
              <a:chOff x="2057400" y="1914728"/>
              <a:chExt cx="1752600" cy="1828800"/>
            </a:xfrm>
            <a:solidFill>
              <a:srgbClr val="FFCCCC"/>
            </a:solidFill>
          </p:grpSpPr>
          <p:sp>
            <p:nvSpPr>
              <p:cNvPr id="30" name="Hexagon 29"/>
              <p:cNvSpPr/>
              <p:nvPr/>
            </p:nvSpPr>
            <p:spPr>
              <a:xfrm rot="5400000">
                <a:off x="2019300" y="1952828"/>
                <a:ext cx="1828800" cy="1752600"/>
              </a:xfrm>
              <a:prstGeom prst="hexagon">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1" name="Straight Connector 30"/>
              <p:cNvCxnSpPr>
                <a:endCxn id="30" idx="2"/>
              </p:cNvCxnSpPr>
              <p:nvPr/>
            </p:nvCxnSpPr>
            <p:spPr>
              <a:xfrm flipH="1" flipV="1">
                <a:off x="2057400" y="2352878"/>
                <a:ext cx="876300" cy="47625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30" idx="4"/>
              </p:cNvCxnSpPr>
              <p:nvPr/>
            </p:nvCxnSpPr>
            <p:spPr>
              <a:xfrm flipH="1">
                <a:off x="2933700" y="2352878"/>
                <a:ext cx="876300" cy="461659"/>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30" idx="0"/>
              </p:cNvCxnSpPr>
              <p:nvPr/>
            </p:nvCxnSpPr>
            <p:spPr>
              <a:xfrm flipV="1">
                <a:off x="2933700" y="2814537"/>
                <a:ext cx="10538" cy="928991"/>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2686050" y="2068950"/>
                <a:ext cx="552450" cy="461665"/>
              </a:xfrm>
              <a:prstGeom prst="rect">
                <a:avLst/>
              </a:prstGeom>
              <a:grpFill/>
            </p:spPr>
            <p:txBody>
              <a:bodyPr wrap="square" rtlCol="0">
                <a:spAutoFit/>
              </a:bodyPr>
              <a:lstStyle/>
              <a:p>
                <a:r>
                  <a:rPr lang="en-US" i="1" dirty="0"/>
                  <a:t>C</a:t>
                </a:r>
                <a:r>
                  <a:rPr lang="en-US" baseline="-25000" dirty="0"/>
                  <a:t>1</a:t>
                </a:r>
              </a:p>
            </p:txBody>
          </p:sp>
          <p:sp>
            <p:nvSpPr>
              <p:cNvPr id="35" name="TextBox 34"/>
              <p:cNvSpPr txBox="1"/>
              <p:nvPr/>
            </p:nvSpPr>
            <p:spPr>
              <a:xfrm>
                <a:off x="2254790" y="2796701"/>
                <a:ext cx="531779" cy="461665"/>
              </a:xfrm>
              <a:prstGeom prst="rect">
                <a:avLst/>
              </a:prstGeom>
              <a:grpFill/>
            </p:spPr>
            <p:txBody>
              <a:bodyPr wrap="square" rtlCol="0">
                <a:spAutoFit/>
              </a:bodyPr>
              <a:lstStyle/>
              <a:p>
                <a:r>
                  <a:rPr lang="en-US" i="1" dirty="0"/>
                  <a:t>C</a:t>
                </a:r>
                <a:r>
                  <a:rPr lang="en-US" baseline="-25000" dirty="0"/>
                  <a:t>2</a:t>
                </a:r>
              </a:p>
            </p:txBody>
          </p:sp>
          <p:sp>
            <p:nvSpPr>
              <p:cNvPr id="36" name="TextBox 35"/>
              <p:cNvSpPr txBox="1"/>
              <p:nvPr/>
            </p:nvSpPr>
            <p:spPr>
              <a:xfrm>
                <a:off x="3091369" y="2764278"/>
                <a:ext cx="685800" cy="461665"/>
              </a:xfrm>
              <a:prstGeom prst="rect">
                <a:avLst/>
              </a:prstGeom>
              <a:grpFill/>
            </p:spPr>
            <p:txBody>
              <a:bodyPr wrap="square" rtlCol="0">
                <a:spAutoFit/>
              </a:bodyPr>
              <a:lstStyle/>
              <a:p>
                <a:r>
                  <a:rPr lang="en-US" i="1" dirty="0"/>
                  <a:t>C</a:t>
                </a:r>
                <a:r>
                  <a:rPr lang="en-US" baseline="-25000" dirty="0"/>
                  <a:t>3</a:t>
                </a:r>
              </a:p>
            </p:txBody>
          </p:sp>
        </p:grpSp>
      </p:grpSp>
      <p:sp>
        <p:nvSpPr>
          <p:cNvPr id="37" name="TextBox 36"/>
          <p:cNvSpPr txBox="1"/>
          <p:nvPr/>
        </p:nvSpPr>
        <p:spPr>
          <a:xfrm>
            <a:off x="1600200" y="5486400"/>
            <a:ext cx="4800600" cy="461665"/>
          </a:xfrm>
          <a:prstGeom prst="rect">
            <a:avLst/>
          </a:prstGeom>
          <a:noFill/>
        </p:spPr>
        <p:txBody>
          <a:bodyPr wrap="square" rtlCol="0">
            <a:spAutoFit/>
          </a:bodyPr>
          <a:lstStyle/>
          <a:p>
            <a:pPr algn="ctr"/>
            <a:r>
              <a:rPr lang="en-US" dirty="0"/>
              <a:t>3/9 Cell Pattern</a:t>
            </a:r>
          </a:p>
        </p:txBody>
      </p:sp>
    </p:spTree>
    <p:extLst>
      <p:ext uri="{BB962C8B-B14F-4D97-AF65-F5344CB8AC3E}">
        <p14:creationId xmlns:p14="http://schemas.microsoft.com/office/powerpoint/2010/main" val="125118775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5D28B5E0-045C-421D-B430-3AA3F47CE1AB}" type="slidenum">
              <a:rPr lang="en-US" smtClean="0"/>
              <a:pPr>
                <a:defRPr/>
              </a:pPr>
              <a:t>36</a:t>
            </a:fld>
            <a:endParaRPr lang="en-US"/>
          </a:p>
        </p:txBody>
      </p:sp>
      <p:grpSp>
        <p:nvGrpSpPr>
          <p:cNvPr id="6" name="Group 5"/>
          <p:cNvGrpSpPr/>
          <p:nvPr/>
        </p:nvGrpSpPr>
        <p:grpSpPr>
          <a:xfrm>
            <a:off x="1295400" y="846716"/>
            <a:ext cx="1752600" cy="1828800"/>
            <a:chOff x="2057400" y="1914728"/>
            <a:chExt cx="1752600" cy="1828800"/>
          </a:xfrm>
          <a:solidFill>
            <a:srgbClr val="CCFFFF"/>
          </a:solidFill>
        </p:grpSpPr>
        <p:sp>
          <p:nvSpPr>
            <p:cNvPr id="23" name="Hexagon 22"/>
            <p:cNvSpPr/>
            <p:nvPr/>
          </p:nvSpPr>
          <p:spPr>
            <a:xfrm rot="5400000">
              <a:off x="2019300" y="1952828"/>
              <a:ext cx="1828800" cy="1752600"/>
            </a:xfrm>
            <a:prstGeom prst="hexagon">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 name="Straight Connector 23"/>
            <p:cNvCxnSpPr>
              <a:endCxn id="23" idx="2"/>
            </p:cNvCxnSpPr>
            <p:nvPr/>
          </p:nvCxnSpPr>
          <p:spPr>
            <a:xfrm flipH="1" flipV="1">
              <a:off x="2057400" y="2352878"/>
              <a:ext cx="883190" cy="48486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23" idx="4"/>
            </p:cNvCxnSpPr>
            <p:nvPr/>
          </p:nvCxnSpPr>
          <p:spPr>
            <a:xfrm flipH="1">
              <a:off x="2933700" y="2352878"/>
              <a:ext cx="876300" cy="461659"/>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23" idx="0"/>
            </p:cNvCxnSpPr>
            <p:nvPr/>
          </p:nvCxnSpPr>
          <p:spPr>
            <a:xfrm flipV="1">
              <a:off x="2933700" y="2814537"/>
              <a:ext cx="10538" cy="928991"/>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686050" y="2068950"/>
              <a:ext cx="515970" cy="461665"/>
            </a:xfrm>
            <a:prstGeom prst="rect">
              <a:avLst/>
            </a:prstGeom>
            <a:grpFill/>
          </p:spPr>
          <p:txBody>
            <a:bodyPr wrap="square" rtlCol="0">
              <a:spAutoFit/>
            </a:bodyPr>
            <a:lstStyle/>
            <a:p>
              <a:r>
                <a:rPr lang="en-US" i="1" dirty="0"/>
                <a:t>A</a:t>
              </a:r>
              <a:r>
                <a:rPr lang="en-US" baseline="-25000" dirty="0"/>
                <a:t>1</a:t>
              </a:r>
            </a:p>
          </p:txBody>
        </p:sp>
        <p:sp>
          <p:nvSpPr>
            <p:cNvPr id="28" name="TextBox 27"/>
            <p:cNvSpPr txBox="1"/>
            <p:nvPr/>
          </p:nvSpPr>
          <p:spPr>
            <a:xfrm>
              <a:off x="2254790" y="2796701"/>
              <a:ext cx="528131" cy="461665"/>
            </a:xfrm>
            <a:prstGeom prst="rect">
              <a:avLst/>
            </a:prstGeom>
            <a:grpFill/>
          </p:spPr>
          <p:txBody>
            <a:bodyPr wrap="square" rtlCol="0">
              <a:spAutoFit/>
            </a:bodyPr>
            <a:lstStyle/>
            <a:p>
              <a:r>
                <a:rPr lang="en-US" i="1" dirty="0"/>
                <a:t>A</a:t>
              </a:r>
              <a:r>
                <a:rPr lang="en-US" baseline="-25000" dirty="0"/>
                <a:t>2</a:t>
              </a:r>
            </a:p>
          </p:txBody>
        </p:sp>
        <p:sp>
          <p:nvSpPr>
            <p:cNvPr id="29" name="TextBox 28"/>
            <p:cNvSpPr txBox="1"/>
            <p:nvPr/>
          </p:nvSpPr>
          <p:spPr>
            <a:xfrm>
              <a:off x="3091369" y="2764278"/>
              <a:ext cx="685800" cy="461665"/>
            </a:xfrm>
            <a:prstGeom prst="rect">
              <a:avLst/>
            </a:prstGeom>
            <a:grpFill/>
          </p:spPr>
          <p:txBody>
            <a:bodyPr wrap="square" rtlCol="0">
              <a:spAutoFit/>
            </a:bodyPr>
            <a:lstStyle/>
            <a:p>
              <a:r>
                <a:rPr lang="en-US" i="1" dirty="0"/>
                <a:t>A</a:t>
              </a:r>
              <a:r>
                <a:rPr lang="en-US" baseline="-25000" dirty="0"/>
                <a:t>3</a:t>
              </a:r>
            </a:p>
          </p:txBody>
        </p:sp>
      </p:grpSp>
      <p:grpSp>
        <p:nvGrpSpPr>
          <p:cNvPr id="7" name="Group 6"/>
          <p:cNvGrpSpPr/>
          <p:nvPr/>
        </p:nvGrpSpPr>
        <p:grpSpPr>
          <a:xfrm>
            <a:off x="3066847" y="838200"/>
            <a:ext cx="1752600" cy="1828800"/>
            <a:chOff x="2057400" y="1914728"/>
            <a:chExt cx="1752600" cy="1828800"/>
          </a:xfrm>
          <a:solidFill>
            <a:srgbClr val="9999FF"/>
          </a:solidFill>
        </p:grpSpPr>
        <p:sp>
          <p:nvSpPr>
            <p:cNvPr id="16" name="Hexagon 15"/>
            <p:cNvSpPr/>
            <p:nvPr/>
          </p:nvSpPr>
          <p:spPr>
            <a:xfrm rot="5400000">
              <a:off x="2019300" y="1952828"/>
              <a:ext cx="1828800" cy="1752600"/>
            </a:xfrm>
            <a:prstGeom prst="hexagon">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Connector 16"/>
            <p:cNvCxnSpPr>
              <a:endCxn id="16" idx="2"/>
            </p:cNvCxnSpPr>
            <p:nvPr/>
          </p:nvCxnSpPr>
          <p:spPr>
            <a:xfrm flipH="1" flipV="1">
              <a:off x="2057400" y="2352878"/>
              <a:ext cx="876300" cy="47625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6" idx="4"/>
            </p:cNvCxnSpPr>
            <p:nvPr/>
          </p:nvCxnSpPr>
          <p:spPr>
            <a:xfrm flipH="1">
              <a:off x="2933700" y="2352878"/>
              <a:ext cx="876300" cy="461659"/>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6" idx="0"/>
            </p:cNvCxnSpPr>
            <p:nvPr/>
          </p:nvCxnSpPr>
          <p:spPr>
            <a:xfrm flipV="1">
              <a:off x="2933700" y="2814537"/>
              <a:ext cx="10538" cy="928991"/>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686050" y="2068950"/>
              <a:ext cx="507460" cy="461665"/>
            </a:xfrm>
            <a:prstGeom prst="rect">
              <a:avLst/>
            </a:prstGeom>
            <a:grpFill/>
          </p:spPr>
          <p:txBody>
            <a:bodyPr wrap="square" rtlCol="0">
              <a:spAutoFit/>
            </a:bodyPr>
            <a:lstStyle/>
            <a:p>
              <a:r>
                <a:rPr lang="en-US" i="1" dirty="0"/>
                <a:t>B</a:t>
              </a:r>
              <a:r>
                <a:rPr lang="en-US" baseline="-25000" dirty="0"/>
                <a:t>1</a:t>
              </a:r>
            </a:p>
          </p:txBody>
        </p:sp>
        <p:sp>
          <p:nvSpPr>
            <p:cNvPr id="21" name="TextBox 20"/>
            <p:cNvSpPr txBox="1"/>
            <p:nvPr/>
          </p:nvSpPr>
          <p:spPr>
            <a:xfrm>
              <a:off x="2254790" y="2796701"/>
              <a:ext cx="531779" cy="461665"/>
            </a:xfrm>
            <a:prstGeom prst="rect">
              <a:avLst/>
            </a:prstGeom>
            <a:grpFill/>
          </p:spPr>
          <p:txBody>
            <a:bodyPr wrap="square" rtlCol="0">
              <a:spAutoFit/>
            </a:bodyPr>
            <a:lstStyle/>
            <a:p>
              <a:r>
                <a:rPr lang="en-US" i="1" dirty="0"/>
                <a:t>B</a:t>
              </a:r>
              <a:r>
                <a:rPr lang="en-US" baseline="-25000" dirty="0"/>
                <a:t>2</a:t>
              </a:r>
            </a:p>
          </p:txBody>
        </p:sp>
        <p:sp>
          <p:nvSpPr>
            <p:cNvPr id="22" name="TextBox 21"/>
            <p:cNvSpPr txBox="1"/>
            <p:nvPr/>
          </p:nvSpPr>
          <p:spPr>
            <a:xfrm>
              <a:off x="3091369" y="2764278"/>
              <a:ext cx="685800" cy="461665"/>
            </a:xfrm>
            <a:prstGeom prst="rect">
              <a:avLst/>
            </a:prstGeom>
            <a:grpFill/>
          </p:spPr>
          <p:txBody>
            <a:bodyPr wrap="square" rtlCol="0">
              <a:spAutoFit/>
            </a:bodyPr>
            <a:lstStyle/>
            <a:p>
              <a:r>
                <a:rPr lang="en-US" i="1" dirty="0"/>
                <a:t>B</a:t>
              </a:r>
              <a:r>
                <a:rPr lang="en-US" baseline="-25000" dirty="0"/>
                <a:t>3</a:t>
              </a:r>
            </a:p>
          </p:txBody>
        </p:sp>
      </p:grpSp>
      <p:grpSp>
        <p:nvGrpSpPr>
          <p:cNvPr id="8" name="Group 7"/>
          <p:cNvGrpSpPr/>
          <p:nvPr/>
        </p:nvGrpSpPr>
        <p:grpSpPr>
          <a:xfrm>
            <a:off x="2183657" y="2231483"/>
            <a:ext cx="1752600" cy="1828800"/>
            <a:chOff x="2057400" y="1914728"/>
            <a:chExt cx="1752600" cy="1828800"/>
          </a:xfrm>
          <a:solidFill>
            <a:srgbClr val="FFCCCC"/>
          </a:solidFill>
        </p:grpSpPr>
        <p:sp>
          <p:nvSpPr>
            <p:cNvPr id="9" name="Hexagon 8"/>
            <p:cNvSpPr/>
            <p:nvPr/>
          </p:nvSpPr>
          <p:spPr>
            <a:xfrm rot="5400000">
              <a:off x="2019300" y="1952828"/>
              <a:ext cx="1828800" cy="1752600"/>
            </a:xfrm>
            <a:prstGeom prst="hexagon">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p:cNvCxnSpPr>
              <a:endCxn id="9" idx="2"/>
            </p:cNvCxnSpPr>
            <p:nvPr/>
          </p:nvCxnSpPr>
          <p:spPr>
            <a:xfrm flipH="1" flipV="1">
              <a:off x="2057400" y="2352878"/>
              <a:ext cx="876300" cy="47625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9" idx="4"/>
            </p:cNvCxnSpPr>
            <p:nvPr/>
          </p:nvCxnSpPr>
          <p:spPr>
            <a:xfrm flipH="1">
              <a:off x="2933700" y="2352878"/>
              <a:ext cx="876300" cy="461659"/>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9" idx="0"/>
            </p:cNvCxnSpPr>
            <p:nvPr/>
          </p:nvCxnSpPr>
          <p:spPr>
            <a:xfrm flipV="1">
              <a:off x="2933700" y="2814537"/>
              <a:ext cx="10538" cy="928991"/>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686050" y="2068950"/>
              <a:ext cx="552450" cy="461665"/>
            </a:xfrm>
            <a:prstGeom prst="rect">
              <a:avLst/>
            </a:prstGeom>
            <a:grpFill/>
          </p:spPr>
          <p:txBody>
            <a:bodyPr wrap="square" rtlCol="0">
              <a:spAutoFit/>
            </a:bodyPr>
            <a:lstStyle/>
            <a:p>
              <a:r>
                <a:rPr lang="en-US" i="1" dirty="0"/>
                <a:t>C</a:t>
              </a:r>
              <a:r>
                <a:rPr lang="en-US" baseline="-25000" dirty="0"/>
                <a:t>1</a:t>
              </a:r>
            </a:p>
          </p:txBody>
        </p:sp>
        <p:sp>
          <p:nvSpPr>
            <p:cNvPr id="14" name="TextBox 13"/>
            <p:cNvSpPr txBox="1"/>
            <p:nvPr/>
          </p:nvSpPr>
          <p:spPr>
            <a:xfrm>
              <a:off x="2254790" y="2796701"/>
              <a:ext cx="531779" cy="461665"/>
            </a:xfrm>
            <a:prstGeom prst="rect">
              <a:avLst/>
            </a:prstGeom>
            <a:grpFill/>
          </p:spPr>
          <p:txBody>
            <a:bodyPr wrap="square" rtlCol="0">
              <a:spAutoFit/>
            </a:bodyPr>
            <a:lstStyle/>
            <a:p>
              <a:r>
                <a:rPr lang="en-US" i="1" dirty="0"/>
                <a:t>C</a:t>
              </a:r>
              <a:r>
                <a:rPr lang="en-US" baseline="-25000" dirty="0"/>
                <a:t>2</a:t>
              </a:r>
            </a:p>
          </p:txBody>
        </p:sp>
        <p:sp>
          <p:nvSpPr>
            <p:cNvPr id="15" name="TextBox 14"/>
            <p:cNvSpPr txBox="1"/>
            <p:nvPr/>
          </p:nvSpPr>
          <p:spPr>
            <a:xfrm>
              <a:off x="3091369" y="2764278"/>
              <a:ext cx="685800" cy="461665"/>
            </a:xfrm>
            <a:prstGeom prst="rect">
              <a:avLst/>
            </a:prstGeom>
            <a:grpFill/>
          </p:spPr>
          <p:txBody>
            <a:bodyPr wrap="square" rtlCol="0">
              <a:spAutoFit/>
            </a:bodyPr>
            <a:lstStyle/>
            <a:p>
              <a:r>
                <a:rPr lang="en-US" i="1" dirty="0"/>
                <a:t>C</a:t>
              </a:r>
              <a:r>
                <a:rPr lang="en-US" baseline="-25000" dirty="0"/>
                <a:t>3</a:t>
              </a:r>
            </a:p>
          </p:txBody>
        </p:sp>
      </p:grpSp>
      <p:grpSp>
        <p:nvGrpSpPr>
          <p:cNvPr id="30" name="Group 29"/>
          <p:cNvGrpSpPr/>
          <p:nvPr/>
        </p:nvGrpSpPr>
        <p:grpSpPr>
          <a:xfrm>
            <a:off x="3924300" y="2237154"/>
            <a:ext cx="1752600" cy="1828800"/>
            <a:chOff x="2057400" y="1914728"/>
            <a:chExt cx="1752600" cy="1828800"/>
          </a:xfrm>
          <a:solidFill>
            <a:srgbClr val="99FFCC"/>
          </a:solidFill>
        </p:grpSpPr>
        <p:sp>
          <p:nvSpPr>
            <p:cNvPr id="31" name="Hexagon 30"/>
            <p:cNvSpPr/>
            <p:nvPr/>
          </p:nvSpPr>
          <p:spPr>
            <a:xfrm rot="5400000">
              <a:off x="2019300" y="1952828"/>
              <a:ext cx="1828800" cy="1752600"/>
            </a:xfrm>
            <a:prstGeom prst="hexagon">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2" name="Straight Connector 31"/>
            <p:cNvCxnSpPr>
              <a:endCxn id="31" idx="2"/>
            </p:cNvCxnSpPr>
            <p:nvPr/>
          </p:nvCxnSpPr>
          <p:spPr>
            <a:xfrm flipH="1" flipV="1">
              <a:off x="2057400" y="2352878"/>
              <a:ext cx="876300" cy="47625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31" idx="4"/>
            </p:cNvCxnSpPr>
            <p:nvPr/>
          </p:nvCxnSpPr>
          <p:spPr>
            <a:xfrm flipH="1">
              <a:off x="2933700" y="2352878"/>
              <a:ext cx="876300" cy="461659"/>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31" idx="0"/>
            </p:cNvCxnSpPr>
            <p:nvPr/>
          </p:nvCxnSpPr>
          <p:spPr>
            <a:xfrm flipV="1">
              <a:off x="2933700" y="2814537"/>
              <a:ext cx="10538" cy="928991"/>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686050" y="2068950"/>
              <a:ext cx="552450" cy="461665"/>
            </a:xfrm>
            <a:prstGeom prst="rect">
              <a:avLst/>
            </a:prstGeom>
            <a:grpFill/>
          </p:spPr>
          <p:txBody>
            <a:bodyPr wrap="square" rtlCol="0">
              <a:spAutoFit/>
            </a:bodyPr>
            <a:lstStyle/>
            <a:p>
              <a:r>
                <a:rPr lang="en-US" i="1" dirty="0"/>
                <a:t>D</a:t>
              </a:r>
              <a:r>
                <a:rPr lang="en-US" baseline="-25000" dirty="0"/>
                <a:t>1</a:t>
              </a:r>
            </a:p>
          </p:txBody>
        </p:sp>
        <p:sp>
          <p:nvSpPr>
            <p:cNvPr id="36" name="TextBox 35"/>
            <p:cNvSpPr txBox="1"/>
            <p:nvPr/>
          </p:nvSpPr>
          <p:spPr>
            <a:xfrm>
              <a:off x="2254790" y="2796701"/>
              <a:ext cx="531779" cy="461665"/>
            </a:xfrm>
            <a:prstGeom prst="rect">
              <a:avLst/>
            </a:prstGeom>
            <a:grpFill/>
          </p:spPr>
          <p:txBody>
            <a:bodyPr wrap="square" rtlCol="0">
              <a:spAutoFit/>
            </a:bodyPr>
            <a:lstStyle/>
            <a:p>
              <a:r>
                <a:rPr lang="en-US" i="1" dirty="0"/>
                <a:t>D</a:t>
              </a:r>
              <a:r>
                <a:rPr lang="en-US" baseline="-25000" dirty="0"/>
                <a:t>2</a:t>
              </a:r>
            </a:p>
          </p:txBody>
        </p:sp>
        <p:sp>
          <p:nvSpPr>
            <p:cNvPr id="37" name="TextBox 36"/>
            <p:cNvSpPr txBox="1"/>
            <p:nvPr/>
          </p:nvSpPr>
          <p:spPr>
            <a:xfrm>
              <a:off x="3091369" y="2764278"/>
              <a:ext cx="685800" cy="461665"/>
            </a:xfrm>
            <a:prstGeom prst="rect">
              <a:avLst/>
            </a:prstGeom>
            <a:grpFill/>
          </p:spPr>
          <p:txBody>
            <a:bodyPr wrap="square" rtlCol="0">
              <a:spAutoFit/>
            </a:bodyPr>
            <a:lstStyle/>
            <a:p>
              <a:r>
                <a:rPr lang="en-US" i="1" dirty="0"/>
                <a:t>D</a:t>
              </a:r>
              <a:r>
                <a:rPr lang="en-US" baseline="-25000" dirty="0"/>
                <a:t>3</a:t>
              </a:r>
            </a:p>
          </p:txBody>
        </p:sp>
      </p:grpSp>
      <p:sp>
        <p:nvSpPr>
          <p:cNvPr id="38" name="TextBox 37"/>
          <p:cNvSpPr txBox="1"/>
          <p:nvPr/>
        </p:nvSpPr>
        <p:spPr>
          <a:xfrm>
            <a:off x="1756855" y="5485993"/>
            <a:ext cx="4800600" cy="461665"/>
          </a:xfrm>
          <a:prstGeom prst="rect">
            <a:avLst/>
          </a:prstGeom>
          <a:noFill/>
        </p:spPr>
        <p:txBody>
          <a:bodyPr wrap="square" rtlCol="0">
            <a:spAutoFit/>
          </a:bodyPr>
          <a:lstStyle/>
          <a:p>
            <a:pPr algn="ctr"/>
            <a:r>
              <a:rPr lang="en-US" dirty="0"/>
              <a:t>4/12 Cell Pattern</a:t>
            </a:r>
          </a:p>
        </p:txBody>
      </p:sp>
    </p:spTree>
    <p:extLst>
      <p:ext uri="{BB962C8B-B14F-4D97-AF65-F5344CB8AC3E}">
        <p14:creationId xmlns:p14="http://schemas.microsoft.com/office/powerpoint/2010/main" val="318274076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a:spLocks noGrp="1"/>
          </p:cNvSpPr>
          <p:nvPr>
            <p:ph type="sldNum" sz="quarter" idx="12"/>
          </p:nvPr>
        </p:nvSpPr>
        <p:spPr>
          <a:noFill/>
        </p:spPr>
        <p:txBody>
          <a:bodyPr/>
          <a:lstStyle/>
          <a:p>
            <a:fld id="{803202EC-93B4-4161-82C5-7F670336A2AF}" type="slidenum">
              <a:rPr lang="en-US" smtClean="0"/>
              <a:pPr/>
              <a:t>37</a:t>
            </a:fld>
            <a:endParaRPr lang="en-US"/>
          </a:p>
        </p:txBody>
      </p:sp>
      <p:sp>
        <p:nvSpPr>
          <p:cNvPr id="49155" name="Rectangle 3"/>
          <p:cNvSpPr>
            <a:spLocks noGrp="1" noChangeArrowheads="1"/>
          </p:cNvSpPr>
          <p:nvPr>
            <p:ph type="body" idx="1"/>
          </p:nvPr>
        </p:nvSpPr>
        <p:spPr>
          <a:xfrm>
            <a:off x="1219200" y="2438400"/>
            <a:ext cx="6400800" cy="1905000"/>
          </a:xfrm>
          <a:solidFill>
            <a:schemeClr val="accent1"/>
          </a:solidFill>
        </p:spPr>
        <p:txBody>
          <a:bodyPr/>
          <a:lstStyle/>
          <a:p>
            <a:pPr eaLnBrk="1" hangingPunct="1"/>
            <a:r>
              <a:rPr lang="en-US" dirty="0"/>
              <a:t>Co-site Channel Interferences</a:t>
            </a:r>
          </a:p>
          <a:p>
            <a:pPr eaLnBrk="1" hangingPunct="1"/>
            <a:r>
              <a:rPr lang="en-US" dirty="0"/>
              <a:t>Adjacent Channel Interferences</a:t>
            </a:r>
          </a:p>
          <a:p>
            <a:pPr eaLnBrk="1" hangingPunct="1"/>
            <a:r>
              <a:rPr lang="en-US" dirty="0"/>
              <a:t>Co-channel Channel Interferences </a:t>
            </a:r>
          </a:p>
        </p:txBody>
      </p:sp>
      <p:sp>
        <p:nvSpPr>
          <p:cNvPr id="49156" name="Text Box 4"/>
          <p:cNvSpPr txBox="1">
            <a:spLocks noChangeArrowheads="1"/>
          </p:cNvSpPr>
          <p:nvPr/>
        </p:nvSpPr>
        <p:spPr bwMode="auto">
          <a:xfrm>
            <a:off x="1447800" y="457200"/>
            <a:ext cx="6781800" cy="1190625"/>
          </a:xfrm>
          <a:prstGeom prst="rect">
            <a:avLst/>
          </a:prstGeom>
          <a:solidFill>
            <a:srgbClr val="CCFFFF"/>
          </a:solidFill>
          <a:ln w="9525">
            <a:noFill/>
            <a:miter lim="800000"/>
            <a:headEnd/>
            <a:tailEnd/>
          </a:ln>
        </p:spPr>
        <p:txBody>
          <a:bodyPr>
            <a:spAutoFit/>
          </a:bodyPr>
          <a:lstStyle/>
          <a:p>
            <a:pPr algn="ctr">
              <a:spcBef>
                <a:spcPct val="50000"/>
              </a:spcBef>
            </a:pPr>
            <a:r>
              <a:rPr lang="en-US" sz="3600" b="1">
                <a:solidFill>
                  <a:srgbClr val="FF0000"/>
                </a:solidFill>
              </a:rPr>
              <a:t>Interferences In Mobile Cellular Network</a:t>
            </a:r>
          </a:p>
        </p:txBody>
      </p:sp>
    </p:spTree>
  </p:cSld>
  <p:clrMapOvr>
    <a:masterClrMapping/>
  </p:clrMapOvr>
  <p:transition spd="med">
    <p:split orient="ver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p:cNvSpPr>
            <a:spLocks noGrp="1"/>
          </p:cNvSpPr>
          <p:nvPr>
            <p:ph type="sldNum" sz="quarter" idx="12"/>
          </p:nvPr>
        </p:nvSpPr>
        <p:spPr>
          <a:noFill/>
        </p:spPr>
        <p:txBody>
          <a:bodyPr/>
          <a:lstStyle/>
          <a:p>
            <a:fld id="{1E7895CB-8CC5-4CF2-B8B2-A7CDBC426584}" type="slidenum">
              <a:rPr lang="en-US" smtClean="0"/>
              <a:pPr/>
              <a:t>38</a:t>
            </a:fld>
            <a:endParaRPr lang="en-US"/>
          </a:p>
        </p:txBody>
      </p:sp>
      <p:sp>
        <p:nvSpPr>
          <p:cNvPr id="50179" name="Rectangle 4"/>
          <p:cNvSpPr>
            <a:spLocks noChangeArrowheads="1"/>
          </p:cNvSpPr>
          <p:nvPr/>
        </p:nvSpPr>
        <p:spPr bwMode="auto">
          <a:xfrm>
            <a:off x="2209800" y="511175"/>
            <a:ext cx="5040313" cy="579438"/>
          </a:xfrm>
          <a:prstGeom prst="rect">
            <a:avLst/>
          </a:prstGeom>
          <a:solidFill>
            <a:srgbClr val="9999FF"/>
          </a:solidFill>
          <a:ln w="9525">
            <a:noFill/>
            <a:miter lim="800000"/>
            <a:headEnd/>
            <a:tailEnd/>
          </a:ln>
        </p:spPr>
        <p:txBody>
          <a:bodyPr wrap="none">
            <a:spAutoFit/>
          </a:bodyPr>
          <a:lstStyle/>
          <a:p>
            <a:r>
              <a:rPr lang="en-US" sz="3200"/>
              <a:t>Co-site Channel Interferences</a:t>
            </a:r>
          </a:p>
        </p:txBody>
      </p:sp>
      <p:sp>
        <p:nvSpPr>
          <p:cNvPr id="50180" name="Text Box 5"/>
          <p:cNvSpPr txBox="1">
            <a:spLocks noChangeArrowheads="1"/>
          </p:cNvSpPr>
          <p:nvPr/>
        </p:nvSpPr>
        <p:spPr bwMode="auto">
          <a:xfrm>
            <a:off x="500856" y="1905000"/>
            <a:ext cx="8458200" cy="1938338"/>
          </a:xfrm>
          <a:prstGeom prst="rect">
            <a:avLst/>
          </a:prstGeom>
          <a:solidFill>
            <a:srgbClr val="00FFFF"/>
          </a:solidFill>
          <a:ln w="9525">
            <a:noFill/>
            <a:miter lim="800000"/>
            <a:headEnd/>
            <a:tailEnd/>
          </a:ln>
        </p:spPr>
        <p:txBody>
          <a:bodyPr>
            <a:spAutoFit/>
          </a:bodyPr>
          <a:lstStyle/>
          <a:p>
            <a:pPr algn="just">
              <a:spcBef>
                <a:spcPct val="50000"/>
              </a:spcBef>
            </a:pPr>
            <a:r>
              <a:rPr lang="en-US" dirty="0"/>
              <a:t>   Mutual interferences created by the users inside a cell is called co-site channel interferences. Since users are very closed in cell therefore separation between carries within a cell should be wide enough to </a:t>
            </a:r>
            <a:r>
              <a:rPr lang="en-US" dirty="0" smtClean="0"/>
              <a:t>avoid </a:t>
            </a:r>
            <a:r>
              <a:rPr lang="en-US" dirty="0"/>
              <a:t>interferences. At the same time uplink and down link carriers of an user are separated by 45MHz.</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p:cNvSpPr>
            <a:spLocks noGrp="1"/>
          </p:cNvSpPr>
          <p:nvPr>
            <p:ph type="sldNum" sz="quarter" idx="12"/>
          </p:nvPr>
        </p:nvSpPr>
        <p:spPr>
          <a:noFill/>
        </p:spPr>
        <p:txBody>
          <a:bodyPr/>
          <a:lstStyle/>
          <a:p>
            <a:fld id="{37064F09-D9F1-48EB-BA2E-832B3A50882E}" type="slidenum">
              <a:rPr lang="en-US" smtClean="0"/>
              <a:pPr/>
              <a:t>39</a:t>
            </a:fld>
            <a:endParaRPr lang="en-US"/>
          </a:p>
        </p:txBody>
      </p:sp>
      <p:sp>
        <p:nvSpPr>
          <p:cNvPr id="51203" name="Rectangle 2"/>
          <p:cNvSpPr>
            <a:spLocks noChangeArrowheads="1"/>
          </p:cNvSpPr>
          <p:nvPr/>
        </p:nvSpPr>
        <p:spPr bwMode="auto">
          <a:xfrm>
            <a:off x="2209800" y="511175"/>
            <a:ext cx="4283075" cy="579438"/>
          </a:xfrm>
          <a:prstGeom prst="rect">
            <a:avLst/>
          </a:prstGeom>
          <a:solidFill>
            <a:srgbClr val="9999FF"/>
          </a:solidFill>
          <a:ln w="9525">
            <a:noFill/>
            <a:miter lim="800000"/>
            <a:headEnd/>
            <a:tailEnd/>
          </a:ln>
        </p:spPr>
        <p:txBody>
          <a:bodyPr wrap="none">
            <a:spAutoFit/>
          </a:bodyPr>
          <a:lstStyle/>
          <a:p>
            <a:r>
              <a:rPr lang="en-US" sz="3200"/>
              <a:t>Co-channel Interferences</a:t>
            </a:r>
          </a:p>
        </p:txBody>
      </p:sp>
      <p:sp>
        <p:nvSpPr>
          <p:cNvPr id="51204" name="Text Box 3"/>
          <p:cNvSpPr txBox="1">
            <a:spLocks noChangeArrowheads="1"/>
          </p:cNvSpPr>
          <p:nvPr/>
        </p:nvSpPr>
        <p:spPr bwMode="auto">
          <a:xfrm>
            <a:off x="609600" y="1905000"/>
            <a:ext cx="7924800" cy="1917700"/>
          </a:xfrm>
          <a:prstGeom prst="rect">
            <a:avLst/>
          </a:prstGeom>
          <a:solidFill>
            <a:srgbClr val="00FFFF"/>
          </a:solidFill>
          <a:ln w="9525">
            <a:noFill/>
            <a:miter lim="800000"/>
            <a:headEnd/>
            <a:tailEnd/>
          </a:ln>
        </p:spPr>
        <p:txBody>
          <a:bodyPr>
            <a:spAutoFit/>
          </a:bodyPr>
          <a:lstStyle/>
          <a:p>
            <a:pPr algn="just">
              <a:spcBef>
                <a:spcPct val="50000"/>
              </a:spcBef>
            </a:pPr>
            <a:r>
              <a:rPr lang="en-US"/>
              <a:t>   Interferences created by the users of two co-channel cells are called co-channel interferences. Because of use of same carries,   huge interference is created despite of long distance between to co-cell. The distance between co-cell increases with increase in N, the of cells in a cluster. </a:t>
            </a:r>
          </a:p>
        </p:txBody>
      </p:sp>
      <p:sp>
        <p:nvSpPr>
          <p:cNvPr id="51205" name="Text Box 4"/>
          <p:cNvSpPr txBox="1">
            <a:spLocks noChangeArrowheads="1"/>
          </p:cNvSpPr>
          <p:nvPr/>
        </p:nvSpPr>
        <p:spPr bwMode="auto">
          <a:xfrm>
            <a:off x="685800" y="4648200"/>
            <a:ext cx="7924800" cy="822325"/>
          </a:xfrm>
          <a:prstGeom prst="rect">
            <a:avLst/>
          </a:prstGeom>
          <a:solidFill>
            <a:srgbClr val="FF5050"/>
          </a:solidFill>
          <a:ln w="9525">
            <a:noFill/>
            <a:miter lim="800000"/>
            <a:headEnd/>
            <a:tailEnd/>
          </a:ln>
        </p:spPr>
        <p:txBody>
          <a:bodyPr>
            <a:spAutoFit/>
          </a:bodyPr>
          <a:lstStyle/>
          <a:p>
            <a:pPr>
              <a:spcBef>
                <a:spcPct val="50000"/>
              </a:spcBef>
            </a:pPr>
            <a:r>
              <a:rPr lang="en-US"/>
              <a:t>Co-channel and adjacent channel interferences can be reduced using sectored cells.</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p:spPr>
        <p:txBody>
          <a:bodyPr/>
          <a:lstStyle/>
          <a:p>
            <a:fld id="{BE24EA3F-8FF0-42A6-B3E1-BE066706F759}" type="slidenum">
              <a:rPr lang="en-US" smtClean="0"/>
              <a:pPr/>
              <a:t>40</a:t>
            </a:fld>
            <a:endParaRPr lang="en-US"/>
          </a:p>
        </p:txBody>
      </p:sp>
      <p:sp>
        <p:nvSpPr>
          <p:cNvPr id="52227" name="Rectangle 2"/>
          <p:cNvSpPr>
            <a:spLocks noChangeArrowheads="1"/>
          </p:cNvSpPr>
          <p:nvPr/>
        </p:nvSpPr>
        <p:spPr bwMode="auto">
          <a:xfrm>
            <a:off x="2209800" y="511175"/>
            <a:ext cx="5334000" cy="579438"/>
          </a:xfrm>
          <a:prstGeom prst="rect">
            <a:avLst/>
          </a:prstGeom>
          <a:solidFill>
            <a:srgbClr val="9999FF"/>
          </a:solidFill>
          <a:ln w="9525">
            <a:noFill/>
            <a:miter lim="800000"/>
            <a:headEnd/>
            <a:tailEnd/>
          </a:ln>
        </p:spPr>
        <p:txBody>
          <a:bodyPr wrap="none">
            <a:spAutoFit/>
          </a:bodyPr>
          <a:lstStyle/>
          <a:p>
            <a:r>
              <a:rPr lang="en-US" sz="3200"/>
              <a:t>Adjacent Channel Interferences</a:t>
            </a:r>
          </a:p>
        </p:txBody>
      </p:sp>
      <p:sp>
        <p:nvSpPr>
          <p:cNvPr id="52228" name="Text Box 3"/>
          <p:cNvSpPr txBox="1">
            <a:spLocks noChangeArrowheads="1"/>
          </p:cNvSpPr>
          <p:nvPr/>
        </p:nvSpPr>
        <p:spPr bwMode="auto">
          <a:xfrm>
            <a:off x="609600" y="1905000"/>
            <a:ext cx="7924800" cy="1917700"/>
          </a:xfrm>
          <a:prstGeom prst="rect">
            <a:avLst/>
          </a:prstGeom>
          <a:solidFill>
            <a:srgbClr val="00FFFF"/>
          </a:solidFill>
          <a:ln w="9525">
            <a:noFill/>
            <a:miter lim="800000"/>
            <a:headEnd/>
            <a:tailEnd/>
          </a:ln>
        </p:spPr>
        <p:txBody>
          <a:bodyPr>
            <a:spAutoFit/>
          </a:bodyPr>
          <a:lstStyle/>
          <a:p>
            <a:pPr algn="just">
              <a:spcBef>
                <a:spcPct val="50000"/>
              </a:spcBef>
            </a:pPr>
            <a:r>
              <a:rPr lang="en-US"/>
              <a:t>   Interferences created by the users of two adjacent cells are called adjacent channel interferences. Because of small distance between adjacent cells an wide band gap should be maintained between carries of adjacent cell to avoid interferences.</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Slide Number Placeholder 5"/>
          <p:cNvSpPr>
            <a:spLocks noGrp="1"/>
          </p:cNvSpPr>
          <p:nvPr>
            <p:ph type="sldNum" sz="quarter" idx="12"/>
          </p:nvPr>
        </p:nvSpPr>
        <p:spPr>
          <a:noFill/>
        </p:spPr>
        <p:txBody>
          <a:bodyPr/>
          <a:lstStyle/>
          <a:p>
            <a:fld id="{7464BC0A-034C-41F2-A1B7-37D27B1A0129}" type="slidenum">
              <a:rPr lang="en-US" smtClean="0"/>
              <a:pPr/>
              <a:t>41</a:t>
            </a:fld>
            <a:endParaRPr lang="en-US"/>
          </a:p>
        </p:txBody>
      </p:sp>
      <p:sp>
        <p:nvSpPr>
          <p:cNvPr id="60419" name="Rectangle 2"/>
          <p:cNvSpPr>
            <a:spLocks noGrp="1" noChangeArrowheads="1"/>
          </p:cNvSpPr>
          <p:nvPr>
            <p:ph type="title"/>
          </p:nvPr>
        </p:nvSpPr>
        <p:spPr>
          <a:xfrm>
            <a:off x="762000" y="304800"/>
            <a:ext cx="4648200" cy="685800"/>
          </a:xfrm>
          <a:solidFill>
            <a:srgbClr val="CCFFFF"/>
          </a:solidFill>
        </p:spPr>
        <p:txBody>
          <a:bodyPr/>
          <a:lstStyle/>
          <a:p>
            <a:pPr eaLnBrk="1" hangingPunct="1"/>
            <a:r>
              <a:rPr lang="en-US" sz="4000">
                <a:solidFill>
                  <a:srgbClr val="FF0000"/>
                </a:solidFill>
              </a:rPr>
              <a:t>Handover (Handoff)</a:t>
            </a:r>
          </a:p>
        </p:txBody>
      </p:sp>
      <p:sp>
        <p:nvSpPr>
          <p:cNvPr id="62467" name="Rectangle 3"/>
          <p:cNvSpPr>
            <a:spLocks noGrp="1" noChangeArrowheads="1"/>
          </p:cNvSpPr>
          <p:nvPr>
            <p:ph type="body" idx="1"/>
          </p:nvPr>
        </p:nvSpPr>
        <p:spPr>
          <a:xfrm>
            <a:off x="304800" y="1219200"/>
            <a:ext cx="8305800" cy="4419600"/>
          </a:xfrm>
          <a:solidFill>
            <a:srgbClr val="FFCCCC"/>
          </a:solidFill>
        </p:spPr>
        <p:txBody>
          <a:bodyPr/>
          <a:lstStyle/>
          <a:p>
            <a:pPr algn="just" eaLnBrk="1" hangingPunct="1">
              <a:lnSpc>
                <a:spcPct val="80000"/>
              </a:lnSpc>
              <a:buFontTx/>
              <a:buNone/>
            </a:pPr>
            <a:r>
              <a:rPr kumimoji="1" lang="en-US" sz="2400" b="1" i="1" dirty="0"/>
              <a:t>   Hand-off</a:t>
            </a:r>
            <a:r>
              <a:rPr kumimoji="1" lang="en-US" sz="2400" dirty="0"/>
              <a:t>  is the process of switching from one traffic channel to another by the user in midst of a communication. Hand-off takes place when a user crosses the cell boundary. It</a:t>
            </a:r>
            <a:r>
              <a:rPr lang="en-US" sz="2400" dirty="0"/>
              <a:t> Provides continuity of communication across cells. Handoffs must be performed successfully and as infrequently as possible, and be imperceptible to the users. </a:t>
            </a:r>
          </a:p>
          <a:p>
            <a:pPr algn="just" eaLnBrk="1" hangingPunct="1">
              <a:lnSpc>
                <a:spcPct val="80000"/>
              </a:lnSpc>
              <a:buFontTx/>
              <a:buNone/>
            </a:pPr>
            <a:r>
              <a:rPr lang="en-US" sz="2400" dirty="0"/>
              <a:t>Process</a:t>
            </a:r>
          </a:p>
          <a:p>
            <a:pPr lvl="1" eaLnBrk="1" hangingPunct="1">
              <a:lnSpc>
                <a:spcPct val="80000"/>
              </a:lnSpc>
            </a:pPr>
            <a:r>
              <a:rPr lang="en-US" sz="2000" dirty="0"/>
              <a:t>Received signal weakens as mobile moves out of cell (Minimum usable signal level is normally set to be between -90 </a:t>
            </a:r>
            <a:r>
              <a:rPr lang="en-US" sz="2000" dirty="0" err="1"/>
              <a:t>dBm</a:t>
            </a:r>
            <a:r>
              <a:rPr lang="en-US" sz="2000" dirty="0"/>
              <a:t> and -100 </a:t>
            </a:r>
            <a:r>
              <a:rPr lang="en-US" sz="2000" dirty="0" err="1"/>
              <a:t>dBm</a:t>
            </a:r>
            <a:r>
              <a:rPr lang="en-US" sz="2000" dirty="0"/>
              <a:t>).</a:t>
            </a:r>
          </a:p>
          <a:p>
            <a:pPr lvl="1" eaLnBrk="1" hangingPunct="1">
              <a:lnSpc>
                <a:spcPct val="80000"/>
              </a:lnSpc>
            </a:pPr>
            <a:r>
              <a:rPr lang="en-US" sz="2000" dirty="0"/>
              <a:t>A slightly save signal level is used as a threshold at which a handoff is made.</a:t>
            </a:r>
          </a:p>
          <a:p>
            <a:pPr lvl="1" eaLnBrk="1" hangingPunct="1">
              <a:lnSpc>
                <a:spcPct val="80000"/>
              </a:lnSpc>
            </a:pPr>
            <a:r>
              <a:rPr lang="en-US" sz="2000" dirty="0"/>
              <a:t>Cell site at some point requests handover to cell with stronger signal strength.</a:t>
            </a:r>
          </a:p>
          <a:p>
            <a:pPr lvl="1" eaLnBrk="1" hangingPunct="1">
              <a:lnSpc>
                <a:spcPct val="80000"/>
              </a:lnSpc>
            </a:pPr>
            <a:r>
              <a:rPr lang="en-US" sz="2000" dirty="0"/>
              <a:t>MSC switches call to new cell after allocating channels, and informing the two mobiles of the new channels (voice and control channels).</a:t>
            </a:r>
          </a:p>
        </p:txBody>
      </p:sp>
    </p:spTree>
  </p:cSld>
  <p:clrMapOvr>
    <a:masterClrMapping/>
  </p:clrMapOvr>
  <p:transition spd="med">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Effect transition="in" filter="box(out)">
                                      <p:cBhvr>
                                        <p:cTn id="7" dur="500"/>
                                        <p:tgtEl>
                                          <p:spTgt spid="6246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62467">
                                            <p:txEl>
                                              <p:pRg st="1" end="1"/>
                                            </p:txEl>
                                          </p:spTgt>
                                        </p:tgtEl>
                                        <p:attrNameLst>
                                          <p:attrName>style.visibility</p:attrName>
                                        </p:attrNameLst>
                                      </p:cBhvr>
                                      <p:to>
                                        <p:strVal val="visible"/>
                                      </p:to>
                                    </p:set>
                                    <p:animEffect transition="in" filter="box(out)">
                                      <p:cBhvr>
                                        <p:cTn id="12" dur="500"/>
                                        <p:tgtEl>
                                          <p:spTgt spid="62467">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par>
                                <p:cTn id="13" presetID="4" presetClass="entr" presetSubtype="32" fill="hold" grpId="0" nodeType="withEffect">
                                  <p:stCondLst>
                                    <p:cond delay="0"/>
                                  </p:stCondLst>
                                  <p:childTnLst>
                                    <p:set>
                                      <p:cBhvr>
                                        <p:cTn id="14" dur="1" fill="hold">
                                          <p:stCondLst>
                                            <p:cond delay="0"/>
                                          </p:stCondLst>
                                        </p:cTn>
                                        <p:tgtEl>
                                          <p:spTgt spid="62467">
                                            <p:txEl>
                                              <p:pRg st="2" end="2"/>
                                            </p:txEl>
                                          </p:spTgt>
                                        </p:tgtEl>
                                        <p:attrNameLst>
                                          <p:attrName>style.visibility</p:attrName>
                                        </p:attrNameLst>
                                      </p:cBhvr>
                                      <p:to>
                                        <p:strVal val="visible"/>
                                      </p:to>
                                    </p:set>
                                    <p:animEffect transition="in" filter="box(out)">
                                      <p:cBhvr>
                                        <p:cTn id="15" dur="500"/>
                                        <p:tgtEl>
                                          <p:spTgt spid="62467">
                                            <p:txEl>
                                              <p:pRg st="2" end="2"/>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2" name="CAMERA.WAV"/>
                                        </p:tgtEl>
                                      </p:cMediaNode>
                                    </p:audio>
                                  </p:subTnLst>
                                </p:cTn>
                              </p:par>
                              <p:par>
                                <p:cTn id="16" presetID="4" presetClass="entr" presetSubtype="32" fill="hold" grpId="0" nodeType="withEffect">
                                  <p:stCondLst>
                                    <p:cond delay="0"/>
                                  </p:stCondLst>
                                  <p:childTnLst>
                                    <p:set>
                                      <p:cBhvr>
                                        <p:cTn id="17" dur="1" fill="hold">
                                          <p:stCondLst>
                                            <p:cond delay="0"/>
                                          </p:stCondLst>
                                        </p:cTn>
                                        <p:tgtEl>
                                          <p:spTgt spid="62467">
                                            <p:txEl>
                                              <p:pRg st="3" end="3"/>
                                            </p:txEl>
                                          </p:spTgt>
                                        </p:tgtEl>
                                        <p:attrNameLst>
                                          <p:attrName>style.visibility</p:attrName>
                                        </p:attrNameLst>
                                      </p:cBhvr>
                                      <p:to>
                                        <p:strVal val="visible"/>
                                      </p:to>
                                    </p:set>
                                    <p:animEffect transition="in" filter="box(out)">
                                      <p:cBhvr>
                                        <p:cTn id="18" dur="500"/>
                                        <p:tgtEl>
                                          <p:spTgt spid="62467">
                                            <p:txEl>
                                              <p:pRg st="3" end="3"/>
                                            </p:txEl>
                                          </p:spTgt>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par>
                                <p:cTn id="19" presetID="4" presetClass="entr" presetSubtype="32" fill="hold" grpId="0" nodeType="withEffect">
                                  <p:stCondLst>
                                    <p:cond delay="0"/>
                                  </p:stCondLst>
                                  <p:childTnLst>
                                    <p:set>
                                      <p:cBhvr>
                                        <p:cTn id="20" dur="1" fill="hold">
                                          <p:stCondLst>
                                            <p:cond delay="0"/>
                                          </p:stCondLst>
                                        </p:cTn>
                                        <p:tgtEl>
                                          <p:spTgt spid="62467">
                                            <p:txEl>
                                              <p:pRg st="4" end="4"/>
                                            </p:txEl>
                                          </p:spTgt>
                                        </p:tgtEl>
                                        <p:attrNameLst>
                                          <p:attrName>style.visibility</p:attrName>
                                        </p:attrNameLst>
                                      </p:cBhvr>
                                      <p:to>
                                        <p:strVal val="visible"/>
                                      </p:to>
                                    </p:set>
                                    <p:animEffect transition="in" filter="box(out)">
                                      <p:cBhvr>
                                        <p:cTn id="21" dur="500"/>
                                        <p:tgtEl>
                                          <p:spTgt spid="62467">
                                            <p:txEl>
                                              <p:pRg st="4" end="4"/>
                                            </p:txEl>
                                          </p:spTgt>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WAV"/>
                                        </p:tgtEl>
                                      </p:cMediaNode>
                                    </p:audio>
                                  </p:subTnLst>
                                </p:cTn>
                              </p:par>
                              <p:par>
                                <p:cTn id="22" presetID="4" presetClass="entr" presetSubtype="32" fill="hold" grpId="0" nodeType="withEffect">
                                  <p:stCondLst>
                                    <p:cond delay="0"/>
                                  </p:stCondLst>
                                  <p:childTnLst>
                                    <p:set>
                                      <p:cBhvr>
                                        <p:cTn id="23" dur="1" fill="hold">
                                          <p:stCondLst>
                                            <p:cond delay="0"/>
                                          </p:stCondLst>
                                        </p:cTn>
                                        <p:tgtEl>
                                          <p:spTgt spid="62467">
                                            <p:txEl>
                                              <p:pRg st="5" end="5"/>
                                            </p:txEl>
                                          </p:spTgt>
                                        </p:tgtEl>
                                        <p:attrNameLst>
                                          <p:attrName>style.visibility</p:attrName>
                                        </p:attrNameLst>
                                      </p:cBhvr>
                                      <p:to>
                                        <p:strVal val="visible"/>
                                      </p:to>
                                    </p:set>
                                    <p:animEffect transition="in" filter="box(out)">
                                      <p:cBhvr>
                                        <p:cTn id="24" dur="500"/>
                                        <p:tgtEl>
                                          <p:spTgt spid="62467">
                                            <p:txEl>
                                              <p:pRg st="5" end="5"/>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p:cNvSpPr>
            <a:spLocks noGrp="1"/>
          </p:cNvSpPr>
          <p:nvPr>
            <p:ph type="sldNum" sz="quarter" idx="12"/>
          </p:nvPr>
        </p:nvSpPr>
        <p:spPr>
          <a:noFill/>
        </p:spPr>
        <p:txBody>
          <a:bodyPr/>
          <a:lstStyle/>
          <a:p>
            <a:fld id="{726A585C-506F-4871-9276-11A1586A5897}" type="slidenum">
              <a:rPr lang="en-US" smtClean="0"/>
              <a:pPr/>
              <a:t>42</a:t>
            </a:fld>
            <a:endParaRPr lang="en-US"/>
          </a:p>
        </p:txBody>
      </p:sp>
      <p:sp>
        <p:nvSpPr>
          <p:cNvPr id="62467" name="Rectangle 2"/>
          <p:cNvSpPr>
            <a:spLocks noGrp="1" noChangeArrowheads="1"/>
          </p:cNvSpPr>
          <p:nvPr>
            <p:ph type="title"/>
          </p:nvPr>
        </p:nvSpPr>
        <p:spPr>
          <a:xfrm>
            <a:off x="2590800" y="228600"/>
            <a:ext cx="3581400" cy="762000"/>
          </a:xfrm>
          <a:solidFill>
            <a:srgbClr val="99CCFF"/>
          </a:solidFill>
        </p:spPr>
        <p:txBody>
          <a:bodyPr/>
          <a:lstStyle/>
          <a:p>
            <a:pPr eaLnBrk="1" hangingPunct="1"/>
            <a:r>
              <a:rPr lang="en-US" sz="3600" b="1">
                <a:solidFill>
                  <a:schemeClr val="tx1"/>
                </a:solidFill>
              </a:rPr>
              <a:t>Handoff Region</a:t>
            </a:r>
          </a:p>
        </p:txBody>
      </p:sp>
      <p:grpSp>
        <p:nvGrpSpPr>
          <p:cNvPr id="62468" name="Group 44"/>
          <p:cNvGrpSpPr>
            <a:grpSpLocks/>
          </p:cNvGrpSpPr>
          <p:nvPr/>
        </p:nvGrpSpPr>
        <p:grpSpPr bwMode="auto">
          <a:xfrm>
            <a:off x="914400" y="1066800"/>
            <a:ext cx="7620000" cy="4097338"/>
            <a:chOff x="480" y="720"/>
            <a:chExt cx="4800" cy="2581"/>
          </a:xfrm>
        </p:grpSpPr>
        <p:grpSp>
          <p:nvGrpSpPr>
            <p:cNvPr id="62470" name="Group 3"/>
            <p:cNvGrpSpPr>
              <a:grpSpLocks/>
            </p:cNvGrpSpPr>
            <p:nvPr/>
          </p:nvGrpSpPr>
          <p:grpSpPr bwMode="auto">
            <a:xfrm>
              <a:off x="1050" y="1321"/>
              <a:ext cx="3660" cy="1620"/>
              <a:chOff x="1104" y="1372"/>
              <a:chExt cx="3696" cy="1968"/>
            </a:xfrm>
          </p:grpSpPr>
          <p:sp>
            <p:nvSpPr>
              <p:cNvPr id="62508" name="Line 4"/>
              <p:cNvSpPr>
                <a:spLocks noChangeShapeType="1"/>
              </p:cNvSpPr>
              <p:nvPr/>
            </p:nvSpPr>
            <p:spPr bwMode="auto">
              <a:xfrm>
                <a:off x="1104" y="3340"/>
                <a:ext cx="3696" cy="0"/>
              </a:xfrm>
              <a:prstGeom prst="line">
                <a:avLst/>
              </a:prstGeom>
              <a:noFill/>
              <a:ln w="9525">
                <a:solidFill>
                  <a:schemeClr val="tx1"/>
                </a:solidFill>
                <a:round/>
                <a:headEnd/>
                <a:tailEnd/>
              </a:ln>
            </p:spPr>
            <p:txBody>
              <a:bodyPr/>
              <a:lstStyle/>
              <a:p>
                <a:endParaRPr lang="en-US"/>
              </a:p>
            </p:txBody>
          </p:sp>
          <p:sp>
            <p:nvSpPr>
              <p:cNvPr id="62509" name="Freeform 5"/>
              <p:cNvSpPr>
                <a:spLocks/>
              </p:cNvSpPr>
              <p:nvPr/>
            </p:nvSpPr>
            <p:spPr bwMode="auto">
              <a:xfrm>
                <a:off x="1200" y="1372"/>
                <a:ext cx="3456" cy="1968"/>
              </a:xfrm>
              <a:custGeom>
                <a:avLst/>
                <a:gdLst>
                  <a:gd name="T0" fmla="*/ 4697 w 3120"/>
                  <a:gd name="T1" fmla="*/ 0 h 2016"/>
                  <a:gd name="T2" fmla="*/ 3974 w 3120"/>
                  <a:gd name="T3" fmla="*/ 610 h 2016"/>
                  <a:gd name="T4" fmla="*/ 3179 w 3120"/>
                  <a:gd name="T5" fmla="*/ 1046 h 2016"/>
                  <a:gd name="T6" fmla="*/ 2096 w 3120"/>
                  <a:gd name="T7" fmla="*/ 1438 h 2016"/>
                  <a:gd name="T8" fmla="*/ 938 w 3120"/>
                  <a:gd name="T9" fmla="*/ 1701 h 2016"/>
                  <a:gd name="T10" fmla="*/ 0 w 3120"/>
                  <a:gd name="T11" fmla="*/ 1830 h 2016"/>
                  <a:gd name="T12" fmla="*/ 0 60000 65536"/>
                  <a:gd name="T13" fmla="*/ 0 60000 65536"/>
                  <a:gd name="T14" fmla="*/ 0 60000 65536"/>
                  <a:gd name="T15" fmla="*/ 0 60000 65536"/>
                  <a:gd name="T16" fmla="*/ 0 60000 65536"/>
                  <a:gd name="T17" fmla="*/ 0 60000 65536"/>
                  <a:gd name="T18" fmla="*/ 0 w 3120"/>
                  <a:gd name="T19" fmla="*/ 0 h 2016"/>
                  <a:gd name="T20" fmla="*/ 3120 w 3120"/>
                  <a:gd name="T21" fmla="*/ 2016 h 2016"/>
                </a:gdLst>
                <a:ahLst/>
                <a:cxnLst>
                  <a:cxn ang="T12">
                    <a:pos x="T0" y="T1"/>
                  </a:cxn>
                  <a:cxn ang="T13">
                    <a:pos x="T2" y="T3"/>
                  </a:cxn>
                  <a:cxn ang="T14">
                    <a:pos x="T4" y="T5"/>
                  </a:cxn>
                  <a:cxn ang="T15">
                    <a:pos x="T6" y="T7"/>
                  </a:cxn>
                  <a:cxn ang="T16">
                    <a:pos x="T8" y="T9"/>
                  </a:cxn>
                  <a:cxn ang="T17">
                    <a:pos x="T10" y="T11"/>
                  </a:cxn>
                </a:cxnLst>
                <a:rect l="T18" t="T19" r="T20" b="T21"/>
                <a:pathLst>
                  <a:path w="3120" h="2016">
                    <a:moveTo>
                      <a:pt x="3120" y="0"/>
                    </a:moveTo>
                    <a:cubicBezTo>
                      <a:pt x="2964" y="240"/>
                      <a:pt x="2808" y="480"/>
                      <a:pt x="2640" y="672"/>
                    </a:cubicBezTo>
                    <a:cubicBezTo>
                      <a:pt x="2472" y="864"/>
                      <a:pt x="2320" y="1000"/>
                      <a:pt x="2112" y="1152"/>
                    </a:cubicBezTo>
                    <a:cubicBezTo>
                      <a:pt x="1904" y="1304"/>
                      <a:pt x="1640" y="1464"/>
                      <a:pt x="1392" y="1584"/>
                    </a:cubicBezTo>
                    <a:cubicBezTo>
                      <a:pt x="1144" y="1704"/>
                      <a:pt x="856" y="1800"/>
                      <a:pt x="624" y="1872"/>
                    </a:cubicBezTo>
                    <a:cubicBezTo>
                      <a:pt x="392" y="1944"/>
                      <a:pt x="104" y="1992"/>
                      <a:pt x="0" y="2016"/>
                    </a:cubicBezTo>
                  </a:path>
                </a:pathLst>
              </a:custGeom>
              <a:noFill/>
              <a:ln w="9525">
                <a:solidFill>
                  <a:schemeClr val="tx1"/>
                </a:solidFill>
                <a:round/>
                <a:headEnd/>
                <a:tailEnd/>
              </a:ln>
            </p:spPr>
            <p:txBody>
              <a:bodyPr/>
              <a:lstStyle/>
              <a:p>
                <a:endParaRPr lang="en-US"/>
              </a:p>
            </p:txBody>
          </p:sp>
        </p:grpSp>
        <p:sp>
          <p:nvSpPr>
            <p:cNvPr id="62471" name="Line 6"/>
            <p:cNvSpPr>
              <a:spLocks noChangeShapeType="1"/>
            </p:cNvSpPr>
            <p:nvPr/>
          </p:nvSpPr>
          <p:spPr bwMode="auto">
            <a:xfrm flipV="1">
              <a:off x="1050" y="1115"/>
              <a:ext cx="0" cy="1818"/>
            </a:xfrm>
            <a:prstGeom prst="line">
              <a:avLst/>
            </a:prstGeom>
            <a:noFill/>
            <a:ln w="9525">
              <a:solidFill>
                <a:schemeClr val="tx1"/>
              </a:solidFill>
              <a:round/>
              <a:headEnd/>
              <a:tailEnd type="triangle" w="sm" len="lg"/>
            </a:ln>
          </p:spPr>
          <p:txBody>
            <a:bodyPr/>
            <a:lstStyle/>
            <a:p>
              <a:endParaRPr lang="en-US"/>
            </a:p>
          </p:txBody>
        </p:sp>
        <p:sp>
          <p:nvSpPr>
            <p:cNvPr id="62472" name="Line 7"/>
            <p:cNvSpPr>
              <a:spLocks noChangeShapeType="1"/>
            </p:cNvSpPr>
            <p:nvPr/>
          </p:nvSpPr>
          <p:spPr bwMode="auto">
            <a:xfrm flipV="1">
              <a:off x="4710" y="1115"/>
              <a:ext cx="0" cy="1818"/>
            </a:xfrm>
            <a:prstGeom prst="line">
              <a:avLst/>
            </a:prstGeom>
            <a:noFill/>
            <a:ln w="9525">
              <a:solidFill>
                <a:schemeClr val="tx1"/>
              </a:solidFill>
              <a:round/>
              <a:headEnd/>
              <a:tailEnd type="triangle" w="sm" len="lg"/>
            </a:ln>
          </p:spPr>
          <p:txBody>
            <a:bodyPr/>
            <a:lstStyle/>
            <a:p>
              <a:endParaRPr lang="en-US"/>
            </a:p>
          </p:txBody>
        </p:sp>
        <p:sp>
          <p:nvSpPr>
            <p:cNvPr id="62473" name="Line 8"/>
            <p:cNvSpPr>
              <a:spLocks noChangeShapeType="1"/>
            </p:cNvSpPr>
            <p:nvPr/>
          </p:nvSpPr>
          <p:spPr bwMode="auto">
            <a:xfrm flipV="1">
              <a:off x="2856" y="2538"/>
              <a:ext cx="0" cy="395"/>
            </a:xfrm>
            <a:prstGeom prst="line">
              <a:avLst/>
            </a:prstGeom>
            <a:noFill/>
            <a:ln w="9525">
              <a:solidFill>
                <a:schemeClr val="tx1"/>
              </a:solidFill>
              <a:prstDash val="dash"/>
              <a:round/>
              <a:headEnd/>
              <a:tailEnd/>
            </a:ln>
          </p:spPr>
          <p:txBody>
            <a:bodyPr/>
            <a:lstStyle/>
            <a:p>
              <a:endParaRPr lang="en-US"/>
            </a:p>
          </p:txBody>
        </p:sp>
        <p:sp>
          <p:nvSpPr>
            <p:cNvPr id="62474" name="Freeform 9"/>
            <p:cNvSpPr>
              <a:spLocks/>
            </p:cNvSpPr>
            <p:nvPr/>
          </p:nvSpPr>
          <p:spPr bwMode="auto">
            <a:xfrm>
              <a:off x="1145" y="1313"/>
              <a:ext cx="3375" cy="1620"/>
            </a:xfrm>
            <a:custGeom>
              <a:avLst/>
              <a:gdLst>
                <a:gd name="T0" fmla="*/ 0 w 3168"/>
                <a:gd name="T1" fmla="*/ 0 h 1968"/>
                <a:gd name="T2" fmla="*/ 556 w 3168"/>
                <a:gd name="T3" fmla="*/ 286 h 1968"/>
                <a:gd name="T4" fmla="*/ 1793 w 3168"/>
                <a:gd name="T5" fmla="*/ 617 h 1968"/>
                <a:gd name="T6" fmla="*/ 3092 w 3168"/>
                <a:gd name="T7" fmla="*/ 815 h 1968"/>
                <a:gd name="T8" fmla="*/ 4081 w 3168"/>
                <a:gd name="T9" fmla="*/ 904 h 1968"/>
                <a:gd name="T10" fmla="*/ 0 60000 65536"/>
                <a:gd name="T11" fmla="*/ 0 60000 65536"/>
                <a:gd name="T12" fmla="*/ 0 60000 65536"/>
                <a:gd name="T13" fmla="*/ 0 60000 65536"/>
                <a:gd name="T14" fmla="*/ 0 60000 65536"/>
                <a:gd name="T15" fmla="*/ 0 w 3168"/>
                <a:gd name="T16" fmla="*/ 0 h 1968"/>
                <a:gd name="T17" fmla="*/ 3168 w 3168"/>
                <a:gd name="T18" fmla="*/ 1968 h 1968"/>
              </a:gdLst>
              <a:ahLst/>
              <a:cxnLst>
                <a:cxn ang="T10">
                  <a:pos x="T0" y="T1"/>
                </a:cxn>
                <a:cxn ang="T11">
                  <a:pos x="T2" y="T3"/>
                </a:cxn>
                <a:cxn ang="T12">
                  <a:pos x="T4" y="T5"/>
                </a:cxn>
                <a:cxn ang="T13">
                  <a:pos x="T6" y="T7"/>
                </a:cxn>
                <a:cxn ang="T14">
                  <a:pos x="T8" y="T9"/>
                </a:cxn>
              </a:cxnLst>
              <a:rect l="T15" t="T16" r="T17" b="T18"/>
              <a:pathLst>
                <a:path w="3168" h="1968">
                  <a:moveTo>
                    <a:pt x="0" y="0"/>
                  </a:moveTo>
                  <a:cubicBezTo>
                    <a:pt x="100" y="200"/>
                    <a:pt x="200" y="400"/>
                    <a:pt x="432" y="624"/>
                  </a:cubicBezTo>
                  <a:cubicBezTo>
                    <a:pt x="664" y="848"/>
                    <a:pt x="1064" y="1152"/>
                    <a:pt x="1392" y="1344"/>
                  </a:cubicBezTo>
                  <a:cubicBezTo>
                    <a:pt x="1720" y="1536"/>
                    <a:pt x="2104" y="1672"/>
                    <a:pt x="2400" y="1776"/>
                  </a:cubicBezTo>
                  <a:cubicBezTo>
                    <a:pt x="2696" y="1880"/>
                    <a:pt x="2932" y="1924"/>
                    <a:pt x="3168" y="1968"/>
                  </a:cubicBezTo>
                </a:path>
              </a:pathLst>
            </a:custGeom>
            <a:noFill/>
            <a:ln w="9525">
              <a:solidFill>
                <a:schemeClr val="tx1"/>
              </a:solidFill>
              <a:round/>
              <a:headEnd/>
              <a:tailEnd/>
            </a:ln>
          </p:spPr>
          <p:txBody>
            <a:bodyPr/>
            <a:lstStyle/>
            <a:p>
              <a:endParaRPr lang="en-US"/>
            </a:p>
          </p:txBody>
        </p:sp>
        <p:sp>
          <p:nvSpPr>
            <p:cNvPr id="62475" name="Line 10"/>
            <p:cNvSpPr>
              <a:spLocks noChangeShapeType="1"/>
            </p:cNvSpPr>
            <p:nvPr/>
          </p:nvSpPr>
          <p:spPr bwMode="auto">
            <a:xfrm flipV="1">
              <a:off x="3284" y="2340"/>
              <a:ext cx="0" cy="316"/>
            </a:xfrm>
            <a:prstGeom prst="line">
              <a:avLst/>
            </a:prstGeom>
            <a:noFill/>
            <a:ln w="9525">
              <a:solidFill>
                <a:schemeClr val="tx1"/>
              </a:solidFill>
              <a:round/>
              <a:headEnd type="triangle" w="sm" len="lg"/>
              <a:tailEnd type="triangle" w="sm" len="lg"/>
            </a:ln>
          </p:spPr>
          <p:txBody>
            <a:bodyPr/>
            <a:lstStyle/>
            <a:p>
              <a:endParaRPr lang="en-US"/>
            </a:p>
          </p:txBody>
        </p:sp>
        <p:sp>
          <p:nvSpPr>
            <p:cNvPr id="62476" name="Line 11"/>
            <p:cNvSpPr>
              <a:spLocks noChangeShapeType="1"/>
            </p:cNvSpPr>
            <p:nvPr/>
          </p:nvSpPr>
          <p:spPr bwMode="auto">
            <a:xfrm>
              <a:off x="3284" y="2617"/>
              <a:ext cx="0" cy="316"/>
            </a:xfrm>
            <a:prstGeom prst="line">
              <a:avLst/>
            </a:prstGeom>
            <a:noFill/>
            <a:ln w="9525">
              <a:solidFill>
                <a:schemeClr val="tx1"/>
              </a:solidFill>
              <a:prstDash val="dash"/>
              <a:round/>
              <a:headEnd/>
              <a:tailEnd/>
            </a:ln>
          </p:spPr>
          <p:txBody>
            <a:bodyPr/>
            <a:lstStyle/>
            <a:p>
              <a:endParaRPr lang="en-US"/>
            </a:p>
          </p:txBody>
        </p:sp>
        <p:sp>
          <p:nvSpPr>
            <p:cNvPr id="62477" name="Line 12"/>
            <p:cNvSpPr>
              <a:spLocks noChangeShapeType="1"/>
            </p:cNvSpPr>
            <p:nvPr/>
          </p:nvSpPr>
          <p:spPr bwMode="auto">
            <a:xfrm flipH="1">
              <a:off x="1050" y="2814"/>
              <a:ext cx="3375" cy="0"/>
            </a:xfrm>
            <a:prstGeom prst="line">
              <a:avLst/>
            </a:prstGeom>
            <a:noFill/>
            <a:ln w="9525">
              <a:solidFill>
                <a:schemeClr val="tx1"/>
              </a:solidFill>
              <a:prstDash val="dash"/>
              <a:round/>
              <a:headEnd/>
              <a:tailEnd/>
            </a:ln>
          </p:spPr>
          <p:txBody>
            <a:bodyPr/>
            <a:lstStyle/>
            <a:p>
              <a:endParaRPr lang="en-US"/>
            </a:p>
          </p:txBody>
        </p:sp>
        <p:sp>
          <p:nvSpPr>
            <p:cNvPr id="62478" name="Line 13"/>
            <p:cNvSpPr>
              <a:spLocks noChangeShapeType="1"/>
            </p:cNvSpPr>
            <p:nvPr/>
          </p:nvSpPr>
          <p:spPr bwMode="auto">
            <a:xfrm flipV="1">
              <a:off x="1240" y="2933"/>
              <a:ext cx="0" cy="118"/>
            </a:xfrm>
            <a:prstGeom prst="line">
              <a:avLst/>
            </a:prstGeom>
            <a:noFill/>
            <a:ln w="9525">
              <a:solidFill>
                <a:schemeClr val="tx1"/>
              </a:solidFill>
              <a:round/>
              <a:headEnd/>
              <a:tailEnd type="triangle" w="med" len="med"/>
            </a:ln>
          </p:spPr>
          <p:txBody>
            <a:bodyPr/>
            <a:lstStyle/>
            <a:p>
              <a:endParaRPr lang="en-US"/>
            </a:p>
          </p:txBody>
        </p:sp>
        <p:sp>
          <p:nvSpPr>
            <p:cNvPr id="62479" name="Line 14"/>
            <p:cNvSpPr>
              <a:spLocks noChangeShapeType="1"/>
            </p:cNvSpPr>
            <p:nvPr/>
          </p:nvSpPr>
          <p:spPr bwMode="auto">
            <a:xfrm>
              <a:off x="1858" y="2814"/>
              <a:ext cx="0" cy="119"/>
            </a:xfrm>
            <a:prstGeom prst="line">
              <a:avLst/>
            </a:prstGeom>
            <a:noFill/>
            <a:ln w="9525">
              <a:solidFill>
                <a:schemeClr val="tx1"/>
              </a:solidFill>
              <a:prstDash val="dash"/>
              <a:round/>
              <a:headEnd/>
              <a:tailEnd/>
            </a:ln>
          </p:spPr>
          <p:txBody>
            <a:bodyPr/>
            <a:lstStyle/>
            <a:p>
              <a:endParaRPr lang="en-US"/>
            </a:p>
          </p:txBody>
        </p:sp>
        <p:sp>
          <p:nvSpPr>
            <p:cNvPr id="62480" name="Line 15"/>
            <p:cNvSpPr>
              <a:spLocks noChangeShapeType="1"/>
            </p:cNvSpPr>
            <p:nvPr/>
          </p:nvSpPr>
          <p:spPr bwMode="auto">
            <a:xfrm>
              <a:off x="3854" y="2814"/>
              <a:ext cx="0" cy="119"/>
            </a:xfrm>
            <a:prstGeom prst="line">
              <a:avLst/>
            </a:prstGeom>
            <a:noFill/>
            <a:ln w="9525">
              <a:solidFill>
                <a:schemeClr val="tx1"/>
              </a:solidFill>
              <a:prstDash val="dash"/>
              <a:round/>
              <a:headEnd/>
              <a:tailEnd/>
            </a:ln>
          </p:spPr>
          <p:txBody>
            <a:bodyPr/>
            <a:lstStyle/>
            <a:p>
              <a:endParaRPr lang="en-US"/>
            </a:p>
          </p:txBody>
        </p:sp>
        <p:sp>
          <p:nvSpPr>
            <p:cNvPr id="62481" name="Text Box 16"/>
            <p:cNvSpPr txBox="1">
              <a:spLocks noChangeArrowheads="1"/>
            </p:cNvSpPr>
            <p:nvPr/>
          </p:nvSpPr>
          <p:spPr bwMode="auto">
            <a:xfrm>
              <a:off x="813" y="2925"/>
              <a:ext cx="380" cy="250"/>
            </a:xfrm>
            <a:prstGeom prst="rect">
              <a:avLst/>
            </a:prstGeom>
            <a:noFill/>
            <a:ln w="9525">
              <a:noFill/>
              <a:miter lim="800000"/>
              <a:headEnd/>
              <a:tailEnd/>
            </a:ln>
          </p:spPr>
          <p:txBody>
            <a:bodyPr>
              <a:spAutoFit/>
            </a:bodyPr>
            <a:lstStyle/>
            <a:p>
              <a:pPr algn="r" eaLnBrk="0" hangingPunct="0"/>
              <a:r>
                <a:rPr lang="en-US" sz="2000" b="1"/>
                <a:t>BS</a:t>
              </a:r>
              <a:r>
                <a:rPr lang="en-US" sz="2000" b="1" baseline="-25000"/>
                <a:t>i</a:t>
              </a:r>
            </a:p>
          </p:txBody>
        </p:sp>
        <p:sp>
          <p:nvSpPr>
            <p:cNvPr id="62482" name="Text Box 17"/>
            <p:cNvSpPr txBox="1">
              <a:spLocks noChangeArrowheads="1"/>
            </p:cNvSpPr>
            <p:nvPr/>
          </p:nvSpPr>
          <p:spPr bwMode="auto">
            <a:xfrm>
              <a:off x="4139" y="720"/>
              <a:ext cx="1141" cy="634"/>
            </a:xfrm>
            <a:prstGeom prst="rect">
              <a:avLst/>
            </a:prstGeom>
            <a:noFill/>
            <a:ln w="9525">
              <a:noFill/>
              <a:miter lim="800000"/>
              <a:headEnd/>
              <a:tailEnd/>
            </a:ln>
          </p:spPr>
          <p:txBody>
            <a:bodyPr>
              <a:spAutoFit/>
            </a:bodyPr>
            <a:lstStyle/>
            <a:p>
              <a:pPr algn="ctr" eaLnBrk="0" hangingPunct="0"/>
              <a:r>
                <a:rPr lang="en-US" sz="2000" b="1"/>
                <a:t>Signal strength due to BS</a:t>
              </a:r>
              <a:r>
                <a:rPr lang="en-US" sz="2000" b="1" baseline="-25000"/>
                <a:t>j</a:t>
              </a:r>
              <a:endParaRPr lang="en-US" sz="2000" b="1"/>
            </a:p>
          </p:txBody>
        </p:sp>
        <p:sp>
          <p:nvSpPr>
            <p:cNvPr id="62483" name="Text Box 18"/>
            <p:cNvSpPr txBox="1">
              <a:spLocks noChangeArrowheads="1"/>
            </p:cNvSpPr>
            <p:nvPr/>
          </p:nvSpPr>
          <p:spPr bwMode="auto">
            <a:xfrm>
              <a:off x="3284" y="2404"/>
              <a:ext cx="190" cy="231"/>
            </a:xfrm>
            <a:prstGeom prst="rect">
              <a:avLst/>
            </a:prstGeom>
            <a:noFill/>
            <a:ln w="9525">
              <a:noFill/>
              <a:miter lim="800000"/>
              <a:headEnd/>
              <a:tailEnd/>
            </a:ln>
          </p:spPr>
          <p:txBody>
            <a:bodyPr>
              <a:spAutoFit/>
            </a:bodyPr>
            <a:lstStyle/>
            <a:p>
              <a:pPr eaLnBrk="0" hangingPunct="0"/>
              <a:r>
                <a:rPr lang="en-US" sz="1800" b="1"/>
                <a:t>E</a:t>
              </a:r>
            </a:p>
          </p:txBody>
        </p:sp>
        <p:sp>
          <p:nvSpPr>
            <p:cNvPr id="62484" name="Text Box 19"/>
            <p:cNvSpPr txBox="1">
              <a:spLocks noChangeArrowheads="1"/>
            </p:cNvSpPr>
            <p:nvPr/>
          </p:nvSpPr>
          <p:spPr bwMode="auto">
            <a:xfrm>
              <a:off x="1145" y="3051"/>
              <a:ext cx="285" cy="250"/>
            </a:xfrm>
            <a:prstGeom prst="rect">
              <a:avLst/>
            </a:prstGeom>
            <a:noFill/>
            <a:ln w="9525">
              <a:noFill/>
              <a:miter lim="800000"/>
              <a:headEnd/>
              <a:tailEnd/>
            </a:ln>
          </p:spPr>
          <p:txBody>
            <a:bodyPr>
              <a:spAutoFit/>
            </a:bodyPr>
            <a:lstStyle/>
            <a:p>
              <a:pPr eaLnBrk="0" hangingPunct="0"/>
              <a:r>
                <a:rPr lang="en-US" sz="2000" b="1"/>
                <a:t>X</a:t>
              </a:r>
              <a:r>
                <a:rPr lang="en-US" sz="2000" b="1" baseline="-25000"/>
                <a:t>1</a:t>
              </a:r>
            </a:p>
          </p:txBody>
        </p:sp>
        <p:sp>
          <p:nvSpPr>
            <p:cNvPr id="62485" name="Text Box 20"/>
            <p:cNvSpPr txBox="1">
              <a:spLocks noChangeArrowheads="1"/>
            </p:cNvSpPr>
            <p:nvPr/>
          </p:nvSpPr>
          <p:spPr bwMode="auto">
            <a:xfrm>
              <a:off x="480" y="720"/>
              <a:ext cx="1141" cy="634"/>
            </a:xfrm>
            <a:prstGeom prst="rect">
              <a:avLst/>
            </a:prstGeom>
            <a:noFill/>
            <a:ln w="9525">
              <a:noFill/>
              <a:miter lim="800000"/>
              <a:headEnd/>
              <a:tailEnd/>
            </a:ln>
          </p:spPr>
          <p:txBody>
            <a:bodyPr>
              <a:spAutoFit/>
            </a:bodyPr>
            <a:lstStyle/>
            <a:p>
              <a:pPr algn="ctr" eaLnBrk="0" hangingPunct="0"/>
              <a:r>
                <a:rPr lang="en-US" sz="2000" b="1"/>
                <a:t>Signal strength due to BS</a:t>
              </a:r>
              <a:r>
                <a:rPr lang="en-US" sz="2000" b="1" baseline="-25000"/>
                <a:t>i</a:t>
              </a:r>
              <a:endParaRPr lang="en-US" sz="2000" b="1"/>
            </a:p>
          </p:txBody>
        </p:sp>
        <p:sp>
          <p:nvSpPr>
            <p:cNvPr id="62486" name="Text Box 21"/>
            <p:cNvSpPr txBox="1">
              <a:spLocks noChangeArrowheads="1"/>
            </p:cNvSpPr>
            <p:nvPr/>
          </p:nvSpPr>
          <p:spPr bwMode="auto">
            <a:xfrm>
              <a:off x="4567" y="2933"/>
              <a:ext cx="380" cy="250"/>
            </a:xfrm>
            <a:prstGeom prst="rect">
              <a:avLst/>
            </a:prstGeom>
            <a:noFill/>
            <a:ln w="9525">
              <a:noFill/>
              <a:miter lim="800000"/>
              <a:headEnd/>
              <a:tailEnd/>
            </a:ln>
          </p:spPr>
          <p:txBody>
            <a:bodyPr>
              <a:spAutoFit/>
            </a:bodyPr>
            <a:lstStyle/>
            <a:p>
              <a:pPr eaLnBrk="0" hangingPunct="0"/>
              <a:r>
                <a:rPr lang="en-US" sz="2000" b="1"/>
                <a:t>BS</a:t>
              </a:r>
              <a:r>
                <a:rPr lang="en-US" sz="2000" b="1" baseline="-25000"/>
                <a:t>j</a:t>
              </a:r>
            </a:p>
          </p:txBody>
        </p:sp>
        <p:sp>
          <p:nvSpPr>
            <p:cNvPr id="62487" name="Line 22"/>
            <p:cNvSpPr>
              <a:spLocks noChangeShapeType="1"/>
            </p:cNvSpPr>
            <p:nvPr/>
          </p:nvSpPr>
          <p:spPr bwMode="auto">
            <a:xfrm flipV="1">
              <a:off x="1858" y="2933"/>
              <a:ext cx="0" cy="118"/>
            </a:xfrm>
            <a:prstGeom prst="line">
              <a:avLst/>
            </a:prstGeom>
            <a:noFill/>
            <a:ln w="9525">
              <a:solidFill>
                <a:schemeClr val="tx1"/>
              </a:solidFill>
              <a:round/>
              <a:headEnd/>
              <a:tailEnd type="triangle" w="med" len="med"/>
            </a:ln>
          </p:spPr>
          <p:txBody>
            <a:bodyPr/>
            <a:lstStyle/>
            <a:p>
              <a:endParaRPr lang="en-US"/>
            </a:p>
          </p:txBody>
        </p:sp>
        <p:sp>
          <p:nvSpPr>
            <p:cNvPr id="62488" name="Text Box 23"/>
            <p:cNvSpPr txBox="1">
              <a:spLocks noChangeArrowheads="1"/>
            </p:cNvSpPr>
            <p:nvPr/>
          </p:nvSpPr>
          <p:spPr bwMode="auto">
            <a:xfrm>
              <a:off x="1763" y="3051"/>
              <a:ext cx="285" cy="250"/>
            </a:xfrm>
            <a:prstGeom prst="rect">
              <a:avLst/>
            </a:prstGeom>
            <a:noFill/>
            <a:ln w="9525">
              <a:noFill/>
              <a:miter lim="800000"/>
              <a:headEnd/>
              <a:tailEnd/>
            </a:ln>
          </p:spPr>
          <p:txBody>
            <a:bodyPr>
              <a:spAutoFit/>
            </a:bodyPr>
            <a:lstStyle/>
            <a:p>
              <a:pPr eaLnBrk="0" hangingPunct="0"/>
              <a:r>
                <a:rPr lang="en-US" sz="2000" b="1"/>
                <a:t>X</a:t>
              </a:r>
              <a:r>
                <a:rPr lang="en-US" sz="2000" b="1" baseline="-25000"/>
                <a:t>3</a:t>
              </a:r>
            </a:p>
          </p:txBody>
        </p:sp>
        <p:sp>
          <p:nvSpPr>
            <p:cNvPr id="62489" name="Line 24"/>
            <p:cNvSpPr>
              <a:spLocks noChangeShapeType="1"/>
            </p:cNvSpPr>
            <p:nvPr/>
          </p:nvSpPr>
          <p:spPr bwMode="auto">
            <a:xfrm flipV="1">
              <a:off x="3854" y="2933"/>
              <a:ext cx="0" cy="118"/>
            </a:xfrm>
            <a:prstGeom prst="line">
              <a:avLst/>
            </a:prstGeom>
            <a:noFill/>
            <a:ln w="9525">
              <a:solidFill>
                <a:schemeClr val="tx1"/>
              </a:solidFill>
              <a:round/>
              <a:headEnd/>
              <a:tailEnd type="triangle" w="med" len="med"/>
            </a:ln>
          </p:spPr>
          <p:txBody>
            <a:bodyPr/>
            <a:lstStyle/>
            <a:p>
              <a:endParaRPr lang="en-US"/>
            </a:p>
          </p:txBody>
        </p:sp>
        <p:sp>
          <p:nvSpPr>
            <p:cNvPr id="62490" name="Text Box 25"/>
            <p:cNvSpPr txBox="1">
              <a:spLocks noChangeArrowheads="1"/>
            </p:cNvSpPr>
            <p:nvPr/>
          </p:nvSpPr>
          <p:spPr bwMode="auto">
            <a:xfrm>
              <a:off x="3759" y="3051"/>
              <a:ext cx="285" cy="250"/>
            </a:xfrm>
            <a:prstGeom prst="rect">
              <a:avLst/>
            </a:prstGeom>
            <a:noFill/>
            <a:ln w="9525">
              <a:noFill/>
              <a:miter lim="800000"/>
              <a:headEnd/>
              <a:tailEnd/>
            </a:ln>
          </p:spPr>
          <p:txBody>
            <a:bodyPr>
              <a:spAutoFit/>
            </a:bodyPr>
            <a:lstStyle/>
            <a:p>
              <a:pPr eaLnBrk="0" hangingPunct="0"/>
              <a:r>
                <a:rPr lang="en-US" sz="2000" b="1"/>
                <a:t>X</a:t>
              </a:r>
              <a:r>
                <a:rPr lang="en-US" sz="2000" b="1" baseline="-25000"/>
                <a:t>4</a:t>
              </a:r>
            </a:p>
          </p:txBody>
        </p:sp>
        <p:sp>
          <p:nvSpPr>
            <p:cNvPr id="62491" name="Line 26"/>
            <p:cNvSpPr>
              <a:spLocks noChangeShapeType="1"/>
            </p:cNvSpPr>
            <p:nvPr/>
          </p:nvSpPr>
          <p:spPr bwMode="auto">
            <a:xfrm flipV="1">
              <a:off x="4520" y="2933"/>
              <a:ext cx="0" cy="118"/>
            </a:xfrm>
            <a:prstGeom prst="line">
              <a:avLst/>
            </a:prstGeom>
            <a:noFill/>
            <a:ln w="9525">
              <a:solidFill>
                <a:schemeClr val="tx1"/>
              </a:solidFill>
              <a:round/>
              <a:headEnd/>
              <a:tailEnd type="triangle" w="med" len="med"/>
            </a:ln>
          </p:spPr>
          <p:txBody>
            <a:bodyPr/>
            <a:lstStyle/>
            <a:p>
              <a:endParaRPr lang="en-US"/>
            </a:p>
          </p:txBody>
        </p:sp>
        <p:sp>
          <p:nvSpPr>
            <p:cNvPr id="62492" name="Text Box 27"/>
            <p:cNvSpPr txBox="1">
              <a:spLocks noChangeArrowheads="1"/>
            </p:cNvSpPr>
            <p:nvPr/>
          </p:nvSpPr>
          <p:spPr bwMode="auto">
            <a:xfrm>
              <a:off x="4425" y="3051"/>
              <a:ext cx="285" cy="250"/>
            </a:xfrm>
            <a:prstGeom prst="rect">
              <a:avLst/>
            </a:prstGeom>
            <a:noFill/>
            <a:ln w="9525">
              <a:noFill/>
              <a:miter lim="800000"/>
              <a:headEnd/>
              <a:tailEnd/>
            </a:ln>
          </p:spPr>
          <p:txBody>
            <a:bodyPr>
              <a:spAutoFit/>
            </a:bodyPr>
            <a:lstStyle/>
            <a:p>
              <a:pPr eaLnBrk="0" hangingPunct="0"/>
              <a:r>
                <a:rPr lang="en-US" sz="2000" b="1"/>
                <a:t>X</a:t>
              </a:r>
              <a:r>
                <a:rPr lang="en-US" sz="2000" b="1" baseline="-25000"/>
                <a:t>2</a:t>
              </a:r>
            </a:p>
          </p:txBody>
        </p:sp>
        <p:sp>
          <p:nvSpPr>
            <p:cNvPr id="62493" name="Line 28"/>
            <p:cNvSpPr>
              <a:spLocks noChangeShapeType="1"/>
            </p:cNvSpPr>
            <p:nvPr/>
          </p:nvSpPr>
          <p:spPr bwMode="auto">
            <a:xfrm flipV="1">
              <a:off x="2856" y="2933"/>
              <a:ext cx="0" cy="118"/>
            </a:xfrm>
            <a:prstGeom prst="line">
              <a:avLst/>
            </a:prstGeom>
            <a:noFill/>
            <a:ln w="9525">
              <a:solidFill>
                <a:schemeClr val="tx1"/>
              </a:solidFill>
              <a:round/>
              <a:headEnd/>
              <a:tailEnd type="triangle" w="med" len="med"/>
            </a:ln>
          </p:spPr>
          <p:txBody>
            <a:bodyPr/>
            <a:lstStyle/>
            <a:p>
              <a:endParaRPr lang="en-US"/>
            </a:p>
          </p:txBody>
        </p:sp>
        <p:sp>
          <p:nvSpPr>
            <p:cNvPr id="62494" name="Text Box 29"/>
            <p:cNvSpPr txBox="1">
              <a:spLocks noChangeArrowheads="1"/>
            </p:cNvSpPr>
            <p:nvPr/>
          </p:nvSpPr>
          <p:spPr bwMode="auto">
            <a:xfrm>
              <a:off x="2761" y="3051"/>
              <a:ext cx="285" cy="250"/>
            </a:xfrm>
            <a:prstGeom prst="rect">
              <a:avLst/>
            </a:prstGeom>
            <a:noFill/>
            <a:ln w="9525">
              <a:noFill/>
              <a:miter lim="800000"/>
              <a:headEnd/>
              <a:tailEnd/>
            </a:ln>
          </p:spPr>
          <p:txBody>
            <a:bodyPr>
              <a:spAutoFit/>
            </a:bodyPr>
            <a:lstStyle/>
            <a:p>
              <a:pPr eaLnBrk="0" hangingPunct="0"/>
              <a:r>
                <a:rPr lang="en-US" sz="2000" b="1"/>
                <a:t>X</a:t>
              </a:r>
              <a:r>
                <a:rPr lang="en-US" sz="2000" b="1" baseline="-25000"/>
                <a:t>5</a:t>
              </a:r>
            </a:p>
          </p:txBody>
        </p:sp>
        <p:sp>
          <p:nvSpPr>
            <p:cNvPr id="62495" name="Line 30"/>
            <p:cNvSpPr>
              <a:spLocks noChangeShapeType="1"/>
            </p:cNvSpPr>
            <p:nvPr/>
          </p:nvSpPr>
          <p:spPr bwMode="auto">
            <a:xfrm flipV="1">
              <a:off x="3284" y="2933"/>
              <a:ext cx="0" cy="118"/>
            </a:xfrm>
            <a:prstGeom prst="line">
              <a:avLst/>
            </a:prstGeom>
            <a:noFill/>
            <a:ln w="9525">
              <a:solidFill>
                <a:schemeClr val="tx1"/>
              </a:solidFill>
              <a:round/>
              <a:headEnd/>
              <a:tailEnd type="triangle" w="med" len="med"/>
            </a:ln>
          </p:spPr>
          <p:txBody>
            <a:bodyPr/>
            <a:lstStyle/>
            <a:p>
              <a:endParaRPr lang="en-US"/>
            </a:p>
          </p:txBody>
        </p:sp>
        <p:sp>
          <p:nvSpPr>
            <p:cNvPr id="62496" name="Text Box 31"/>
            <p:cNvSpPr txBox="1">
              <a:spLocks noChangeArrowheads="1"/>
            </p:cNvSpPr>
            <p:nvPr/>
          </p:nvSpPr>
          <p:spPr bwMode="auto">
            <a:xfrm>
              <a:off x="3189" y="3051"/>
              <a:ext cx="380" cy="250"/>
            </a:xfrm>
            <a:prstGeom prst="rect">
              <a:avLst/>
            </a:prstGeom>
            <a:noFill/>
            <a:ln w="9525">
              <a:noFill/>
              <a:miter lim="800000"/>
              <a:headEnd/>
              <a:tailEnd/>
            </a:ln>
          </p:spPr>
          <p:txBody>
            <a:bodyPr>
              <a:spAutoFit/>
            </a:bodyPr>
            <a:lstStyle/>
            <a:p>
              <a:pPr eaLnBrk="0" hangingPunct="0"/>
              <a:r>
                <a:rPr lang="en-US" sz="2000" b="1"/>
                <a:t>X</a:t>
              </a:r>
              <a:r>
                <a:rPr lang="en-US" sz="2000" b="1" baseline="-25000"/>
                <a:t>th</a:t>
              </a:r>
            </a:p>
          </p:txBody>
        </p:sp>
        <p:grpSp>
          <p:nvGrpSpPr>
            <p:cNvPr id="62497" name="Group 32"/>
            <p:cNvGrpSpPr>
              <a:grpSpLocks/>
            </p:cNvGrpSpPr>
            <p:nvPr/>
          </p:nvGrpSpPr>
          <p:grpSpPr bwMode="auto">
            <a:xfrm rot="77045">
              <a:off x="2191" y="2743"/>
              <a:ext cx="322" cy="180"/>
              <a:chOff x="1008" y="3744"/>
              <a:chExt cx="912" cy="480"/>
            </a:xfrm>
          </p:grpSpPr>
          <p:sp>
            <p:nvSpPr>
              <p:cNvPr id="62502" name="Freeform 33"/>
              <p:cNvSpPr>
                <a:spLocks/>
              </p:cNvSpPr>
              <p:nvPr/>
            </p:nvSpPr>
            <p:spPr bwMode="auto">
              <a:xfrm>
                <a:off x="1008" y="3888"/>
                <a:ext cx="912" cy="240"/>
              </a:xfrm>
              <a:custGeom>
                <a:avLst/>
                <a:gdLst>
                  <a:gd name="T0" fmla="*/ 0 w 912"/>
                  <a:gd name="T1" fmla="*/ 192 h 240"/>
                  <a:gd name="T2" fmla="*/ 96 w 912"/>
                  <a:gd name="T3" fmla="*/ 0 h 240"/>
                  <a:gd name="T4" fmla="*/ 576 w 912"/>
                  <a:gd name="T5" fmla="*/ 0 h 240"/>
                  <a:gd name="T6" fmla="*/ 672 w 912"/>
                  <a:gd name="T7" fmla="*/ 144 h 240"/>
                  <a:gd name="T8" fmla="*/ 864 w 912"/>
                  <a:gd name="T9" fmla="*/ 144 h 240"/>
                  <a:gd name="T10" fmla="*/ 912 w 912"/>
                  <a:gd name="T11" fmla="*/ 240 h 240"/>
                  <a:gd name="T12" fmla="*/ 48 w 912"/>
                  <a:gd name="T13" fmla="*/ 240 h 240"/>
                  <a:gd name="T14" fmla="*/ 0 w 912"/>
                  <a:gd name="T15" fmla="*/ 192 h 240"/>
                  <a:gd name="T16" fmla="*/ 0 60000 65536"/>
                  <a:gd name="T17" fmla="*/ 0 60000 65536"/>
                  <a:gd name="T18" fmla="*/ 0 60000 65536"/>
                  <a:gd name="T19" fmla="*/ 0 60000 65536"/>
                  <a:gd name="T20" fmla="*/ 0 60000 65536"/>
                  <a:gd name="T21" fmla="*/ 0 60000 65536"/>
                  <a:gd name="T22" fmla="*/ 0 60000 65536"/>
                  <a:gd name="T23" fmla="*/ 0 60000 65536"/>
                  <a:gd name="T24" fmla="*/ 0 w 912"/>
                  <a:gd name="T25" fmla="*/ 0 h 240"/>
                  <a:gd name="T26" fmla="*/ 912 w 912"/>
                  <a:gd name="T27" fmla="*/ 240 h 2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12" h="240">
                    <a:moveTo>
                      <a:pt x="0" y="192"/>
                    </a:moveTo>
                    <a:lnTo>
                      <a:pt x="96" y="0"/>
                    </a:lnTo>
                    <a:lnTo>
                      <a:pt x="576" y="0"/>
                    </a:lnTo>
                    <a:lnTo>
                      <a:pt x="672" y="144"/>
                    </a:lnTo>
                    <a:lnTo>
                      <a:pt x="864" y="144"/>
                    </a:lnTo>
                    <a:lnTo>
                      <a:pt x="912" y="240"/>
                    </a:lnTo>
                    <a:lnTo>
                      <a:pt x="48" y="240"/>
                    </a:lnTo>
                    <a:lnTo>
                      <a:pt x="0" y="192"/>
                    </a:lnTo>
                    <a:close/>
                  </a:path>
                </a:pathLst>
              </a:custGeom>
              <a:solidFill>
                <a:schemeClr val="accent1"/>
              </a:solidFill>
              <a:ln w="9525">
                <a:solidFill>
                  <a:schemeClr val="tx1"/>
                </a:solidFill>
                <a:round/>
                <a:headEnd/>
                <a:tailEnd/>
              </a:ln>
            </p:spPr>
            <p:txBody>
              <a:bodyPr/>
              <a:lstStyle/>
              <a:p>
                <a:endParaRPr lang="en-US"/>
              </a:p>
            </p:txBody>
          </p:sp>
          <p:sp>
            <p:nvSpPr>
              <p:cNvPr id="62503" name="Oval 34"/>
              <p:cNvSpPr>
                <a:spLocks noChangeArrowheads="1"/>
              </p:cNvSpPr>
              <p:nvPr/>
            </p:nvSpPr>
            <p:spPr bwMode="auto">
              <a:xfrm>
                <a:off x="1104" y="4080"/>
                <a:ext cx="144" cy="144"/>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62504" name="Oval 35"/>
              <p:cNvSpPr>
                <a:spLocks noChangeArrowheads="1"/>
              </p:cNvSpPr>
              <p:nvPr/>
            </p:nvSpPr>
            <p:spPr bwMode="auto">
              <a:xfrm>
                <a:off x="1728" y="4080"/>
                <a:ext cx="144" cy="144"/>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62505" name="Oval 36"/>
              <p:cNvSpPr>
                <a:spLocks noChangeArrowheads="1"/>
              </p:cNvSpPr>
              <p:nvPr/>
            </p:nvSpPr>
            <p:spPr bwMode="auto">
              <a:xfrm flipV="1">
                <a:off x="1152" y="4128"/>
                <a:ext cx="48" cy="48"/>
              </a:xfrm>
              <a:prstGeom prst="ellipse">
                <a:avLst/>
              </a:prstGeom>
              <a:solidFill>
                <a:schemeClr val="bg1"/>
              </a:solidFill>
              <a:ln w="9525">
                <a:solidFill>
                  <a:schemeClr val="tx1"/>
                </a:solidFill>
                <a:round/>
                <a:headEnd/>
                <a:tailEnd/>
              </a:ln>
            </p:spPr>
            <p:txBody>
              <a:bodyPr wrap="none" anchor="ctr"/>
              <a:lstStyle/>
              <a:p>
                <a:endParaRPr lang="en-US"/>
              </a:p>
            </p:txBody>
          </p:sp>
          <p:sp>
            <p:nvSpPr>
              <p:cNvPr id="62506" name="Oval 37"/>
              <p:cNvSpPr>
                <a:spLocks noChangeArrowheads="1"/>
              </p:cNvSpPr>
              <p:nvPr/>
            </p:nvSpPr>
            <p:spPr bwMode="auto">
              <a:xfrm flipV="1">
                <a:off x="1776" y="4128"/>
                <a:ext cx="48" cy="48"/>
              </a:xfrm>
              <a:prstGeom prst="ellipse">
                <a:avLst/>
              </a:prstGeom>
              <a:solidFill>
                <a:schemeClr val="bg1"/>
              </a:solidFill>
              <a:ln w="9525">
                <a:solidFill>
                  <a:schemeClr val="tx1"/>
                </a:solidFill>
                <a:round/>
                <a:headEnd/>
                <a:tailEnd/>
              </a:ln>
            </p:spPr>
            <p:txBody>
              <a:bodyPr wrap="none" anchor="ctr"/>
              <a:lstStyle/>
              <a:p>
                <a:endParaRPr lang="en-US"/>
              </a:p>
            </p:txBody>
          </p:sp>
          <p:sp>
            <p:nvSpPr>
              <p:cNvPr id="62507" name="Line 38"/>
              <p:cNvSpPr>
                <a:spLocks noChangeShapeType="1"/>
              </p:cNvSpPr>
              <p:nvPr/>
            </p:nvSpPr>
            <p:spPr bwMode="auto">
              <a:xfrm flipV="1">
                <a:off x="1344" y="3744"/>
                <a:ext cx="0" cy="144"/>
              </a:xfrm>
              <a:prstGeom prst="line">
                <a:avLst/>
              </a:prstGeom>
              <a:noFill/>
              <a:ln w="9525">
                <a:solidFill>
                  <a:schemeClr val="tx1"/>
                </a:solidFill>
                <a:round/>
                <a:headEnd/>
                <a:tailEnd/>
              </a:ln>
            </p:spPr>
            <p:txBody>
              <a:bodyPr/>
              <a:lstStyle/>
              <a:p>
                <a:endParaRPr lang="en-US"/>
              </a:p>
            </p:txBody>
          </p:sp>
        </p:grpSp>
        <p:sp>
          <p:nvSpPr>
            <p:cNvPr id="62498" name="Text Box 39"/>
            <p:cNvSpPr txBox="1">
              <a:spLocks noChangeArrowheads="1"/>
            </p:cNvSpPr>
            <p:nvPr/>
          </p:nvSpPr>
          <p:spPr bwMode="auto">
            <a:xfrm>
              <a:off x="2160" y="2933"/>
              <a:ext cx="432" cy="250"/>
            </a:xfrm>
            <a:prstGeom prst="rect">
              <a:avLst/>
            </a:prstGeom>
            <a:noFill/>
            <a:ln w="9525">
              <a:noFill/>
              <a:miter lim="800000"/>
              <a:headEnd/>
              <a:tailEnd/>
            </a:ln>
          </p:spPr>
          <p:txBody>
            <a:bodyPr>
              <a:spAutoFit/>
            </a:bodyPr>
            <a:lstStyle/>
            <a:p>
              <a:pPr algn="ctr">
                <a:spcBef>
                  <a:spcPct val="50000"/>
                </a:spcBef>
              </a:pPr>
              <a:r>
                <a:rPr lang="en-US" sz="2000" b="1"/>
                <a:t>MS</a:t>
              </a:r>
            </a:p>
          </p:txBody>
        </p:sp>
        <p:sp>
          <p:nvSpPr>
            <p:cNvPr id="62499" name="Text Box 40"/>
            <p:cNvSpPr txBox="1">
              <a:spLocks noChangeArrowheads="1"/>
            </p:cNvSpPr>
            <p:nvPr/>
          </p:nvSpPr>
          <p:spPr bwMode="auto">
            <a:xfrm>
              <a:off x="672" y="2696"/>
              <a:ext cx="426" cy="250"/>
            </a:xfrm>
            <a:prstGeom prst="rect">
              <a:avLst/>
            </a:prstGeom>
            <a:noFill/>
            <a:ln w="9525">
              <a:noFill/>
              <a:miter lim="800000"/>
              <a:headEnd/>
              <a:tailEnd/>
            </a:ln>
          </p:spPr>
          <p:txBody>
            <a:bodyPr>
              <a:spAutoFit/>
            </a:bodyPr>
            <a:lstStyle/>
            <a:p>
              <a:pPr eaLnBrk="0" hangingPunct="0"/>
              <a:r>
                <a:rPr lang="en-US" sz="2000" b="1"/>
                <a:t>P</a:t>
              </a:r>
              <a:r>
                <a:rPr lang="en-US" sz="2000" b="1" baseline="-25000"/>
                <a:t>min</a:t>
              </a:r>
            </a:p>
          </p:txBody>
        </p:sp>
        <p:sp>
          <p:nvSpPr>
            <p:cNvPr id="62500" name="Text Box 41"/>
            <p:cNvSpPr txBox="1">
              <a:spLocks noChangeArrowheads="1"/>
            </p:cNvSpPr>
            <p:nvPr/>
          </p:nvSpPr>
          <p:spPr bwMode="auto">
            <a:xfrm>
              <a:off x="1573" y="1574"/>
              <a:ext cx="635" cy="250"/>
            </a:xfrm>
            <a:prstGeom prst="rect">
              <a:avLst/>
            </a:prstGeom>
            <a:noFill/>
            <a:ln w="9525">
              <a:noFill/>
              <a:miter lim="800000"/>
              <a:headEnd/>
              <a:tailEnd/>
            </a:ln>
          </p:spPr>
          <p:txBody>
            <a:bodyPr>
              <a:spAutoFit/>
            </a:bodyPr>
            <a:lstStyle/>
            <a:p>
              <a:pPr>
                <a:spcBef>
                  <a:spcPct val="50000"/>
                </a:spcBef>
              </a:pPr>
              <a:r>
                <a:rPr lang="en-US" sz="2000" b="1"/>
                <a:t>P</a:t>
              </a:r>
              <a:r>
                <a:rPr lang="en-US" sz="2000" b="1" baseline="-25000"/>
                <a:t>i</a:t>
              </a:r>
              <a:r>
                <a:rPr lang="en-US" sz="2000" b="1"/>
                <a:t>(x)</a:t>
              </a:r>
            </a:p>
          </p:txBody>
        </p:sp>
        <p:sp>
          <p:nvSpPr>
            <p:cNvPr id="62501" name="Text Box 42"/>
            <p:cNvSpPr txBox="1">
              <a:spLocks noChangeArrowheads="1"/>
            </p:cNvSpPr>
            <p:nvPr/>
          </p:nvSpPr>
          <p:spPr bwMode="auto">
            <a:xfrm>
              <a:off x="3759" y="1567"/>
              <a:ext cx="609" cy="250"/>
            </a:xfrm>
            <a:prstGeom prst="rect">
              <a:avLst/>
            </a:prstGeom>
            <a:noFill/>
            <a:ln w="9525">
              <a:noFill/>
              <a:miter lim="800000"/>
              <a:headEnd/>
              <a:tailEnd/>
            </a:ln>
          </p:spPr>
          <p:txBody>
            <a:bodyPr>
              <a:spAutoFit/>
            </a:bodyPr>
            <a:lstStyle/>
            <a:p>
              <a:pPr>
                <a:spcBef>
                  <a:spcPct val="50000"/>
                </a:spcBef>
              </a:pPr>
              <a:r>
                <a:rPr lang="en-US" sz="2000" b="1"/>
                <a:t>P</a:t>
              </a:r>
              <a:r>
                <a:rPr lang="en-US" sz="2000" b="1" baseline="-25000"/>
                <a:t>j</a:t>
              </a:r>
              <a:r>
                <a:rPr lang="en-US" sz="2000" b="1"/>
                <a:t>(x)</a:t>
              </a:r>
            </a:p>
          </p:txBody>
        </p:sp>
      </p:grpSp>
      <p:sp>
        <p:nvSpPr>
          <p:cNvPr id="62469" name="Text Box 43"/>
          <p:cNvSpPr txBox="1">
            <a:spLocks noChangeArrowheads="1"/>
          </p:cNvSpPr>
          <p:nvPr/>
        </p:nvSpPr>
        <p:spPr bwMode="auto">
          <a:xfrm>
            <a:off x="762000" y="5546725"/>
            <a:ext cx="7772400" cy="1006475"/>
          </a:xfrm>
          <a:prstGeom prst="rect">
            <a:avLst/>
          </a:prstGeom>
          <a:solidFill>
            <a:srgbClr val="00FFFF"/>
          </a:solidFill>
          <a:ln w="9525">
            <a:noFill/>
            <a:miter lim="800000"/>
            <a:headEnd/>
            <a:tailEnd/>
          </a:ln>
        </p:spPr>
        <p:txBody>
          <a:bodyPr>
            <a:spAutoFit/>
          </a:bodyPr>
          <a:lstStyle/>
          <a:p>
            <a:pPr algn="just">
              <a:spcBef>
                <a:spcPct val="50000"/>
              </a:spcBef>
            </a:pPr>
            <a:r>
              <a:rPr lang="en-US" sz="2000" b="1"/>
              <a:t>By looking at the variation of signal strength from either base station it is  possible to decide on the optimum area where handoff can take place.</a:t>
            </a:r>
          </a:p>
        </p:txBody>
      </p:sp>
    </p:spTree>
  </p:cSld>
  <p:clrMapOvr>
    <a:masterClrMapping/>
  </p:clrMapOvr>
  <p:transition spd="med">
    <p:newsflash/>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p:cNvSpPr>
            <a:spLocks noGrp="1"/>
          </p:cNvSpPr>
          <p:nvPr>
            <p:ph type="sldNum" sz="quarter" idx="12"/>
          </p:nvPr>
        </p:nvSpPr>
        <p:spPr>
          <a:noFill/>
        </p:spPr>
        <p:txBody>
          <a:bodyPr/>
          <a:lstStyle/>
          <a:p>
            <a:fld id="{E6D8FF29-8E85-4B89-BA74-64A11FDFDB76}" type="slidenum">
              <a:rPr lang="en-US" smtClean="0"/>
              <a:pPr/>
              <a:t>43</a:t>
            </a:fld>
            <a:endParaRPr lang="en-US"/>
          </a:p>
        </p:txBody>
      </p:sp>
      <p:grpSp>
        <p:nvGrpSpPr>
          <p:cNvPr id="63491" name="Group 4"/>
          <p:cNvGrpSpPr>
            <a:grpSpLocks/>
          </p:cNvGrpSpPr>
          <p:nvPr/>
        </p:nvGrpSpPr>
        <p:grpSpPr bwMode="auto">
          <a:xfrm>
            <a:off x="609600" y="533400"/>
            <a:ext cx="5105400" cy="5867400"/>
            <a:chOff x="3225" y="3660"/>
            <a:chExt cx="7050" cy="8685"/>
          </a:xfrm>
        </p:grpSpPr>
        <p:sp>
          <p:nvSpPr>
            <p:cNvPr id="63494" name="AutoShape 5"/>
            <p:cNvSpPr>
              <a:spLocks noChangeArrowheads="1"/>
            </p:cNvSpPr>
            <p:nvPr/>
          </p:nvSpPr>
          <p:spPr bwMode="auto">
            <a:xfrm rot="5400000">
              <a:off x="3863" y="3667"/>
              <a:ext cx="2595" cy="2595"/>
            </a:xfrm>
            <a:prstGeom prst="hexagon">
              <a:avLst>
                <a:gd name="adj" fmla="val 25000"/>
                <a:gd name="vf" fmla="val 115470"/>
              </a:avLst>
            </a:prstGeom>
            <a:solidFill>
              <a:srgbClr val="99CCFF">
                <a:alpha val="0"/>
              </a:srgbClr>
            </a:solidFill>
            <a:ln w="9525">
              <a:solidFill>
                <a:srgbClr val="000000"/>
              </a:solidFill>
              <a:miter lim="800000"/>
              <a:headEnd/>
              <a:tailEnd/>
            </a:ln>
          </p:spPr>
          <p:txBody>
            <a:bodyPr/>
            <a:lstStyle/>
            <a:p>
              <a:endParaRPr lang="en-US"/>
            </a:p>
          </p:txBody>
        </p:sp>
        <p:sp>
          <p:nvSpPr>
            <p:cNvPr id="63495" name="AutoShape 6"/>
            <p:cNvSpPr>
              <a:spLocks noChangeArrowheads="1"/>
            </p:cNvSpPr>
            <p:nvPr/>
          </p:nvSpPr>
          <p:spPr bwMode="auto">
            <a:xfrm rot="5400000">
              <a:off x="6458" y="3667"/>
              <a:ext cx="2595" cy="2595"/>
            </a:xfrm>
            <a:prstGeom prst="hexagon">
              <a:avLst>
                <a:gd name="adj" fmla="val 25000"/>
                <a:gd name="vf" fmla="val 115470"/>
              </a:avLst>
            </a:prstGeom>
            <a:solidFill>
              <a:srgbClr val="99CCFF">
                <a:alpha val="0"/>
              </a:srgbClr>
            </a:solidFill>
            <a:ln w="9525">
              <a:solidFill>
                <a:srgbClr val="000000"/>
              </a:solidFill>
              <a:miter lim="800000"/>
              <a:headEnd/>
              <a:tailEnd/>
            </a:ln>
          </p:spPr>
          <p:txBody>
            <a:bodyPr/>
            <a:lstStyle/>
            <a:p>
              <a:endParaRPr lang="en-US"/>
            </a:p>
          </p:txBody>
        </p:sp>
        <p:pic>
          <p:nvPicPr>
            <p:cNvPr id="63496" name="Picture 7"/>
            <p:cNvPicPr>
              <a:picLocks noChangeAspect="1" noChangeArrowheads="1"/>
            </p:cNvPicPr>
            <p:nvPr/>
          </p:nvPicPr>
          <p:blipFill>
            <a:blip r:embed="rId2"/>
            <a:srcRect/>
            <a:stretch>
              <a:fillRect/>
            </a:stretch>
          </p:blipFill>
          <p:spPr bwMode="auto">
            <a:xfrm>
              <a:off x="4305" y="4140"/>
              <a:ext cx="1515" cy="1335"/>
            </a:xfrm>
            <a:prstGeom prst="rect">
              <a:avLst/>
            </a:prstGeom>
            <a:solidFill>
              <a:srgbClr val="99CCFF"/>
            </a:solidFill>
            <a:ln w="9525">
              <a:noFill/>
              <a:miter lim="800000"/>
              <a:headEnd/>
              <a:tailEnd/>
            </a:ln>
          </p:spPr>
        </p:pic>
        <p:pic>
          <p:nvPicPr>
            <p:cNvPr id="63497" name="Picture 8"/>
            <p:cNvPicPr>
              <a:picLocks noChangeAspect="1" noChangeArrowheads="1"/>
            </p:cNvPicPr>
            <p:nvPr/>
          </p:nvPicPr>
          <p:blipFill>
            <a:blip r:embed="rId3"/>
            <a:srcRect/>
            <a:stretch>
              <a:fillRect/>
            </a:stretch>
          </p:blipFill>
          <p:spPr bwMode="auto">
            <a:xfrm>
              <a:off x="7110" y="4350"/>
              <a:ext cx="1515" cy="1335"/>
            </a:xfrm>
            <a:prstGeom prst="rect">
              <a:avLst/>
            </a:prstGeom>
            <a:solidFill>
              <a:srgbClr val="99CCFF"/>
            </a:solidFill>
            <a:ln w="9525">
              <a:noFill/>
              <a:miter lim="800000"/>
              <a:headEnd/>
              <a:tailEnd/>
            </a:ln>
          </p:spPr>
        </p:pic>
        <p:sp>
          <p:nvSpPr>
            <p:cNvPr id="63498" name="Oval 9"/>
            <p:cNvSpPr>
              <a:spLocks noChangeArrowheads="1"/>
            </p:cNvSpPr>
            <p:nvPr/>
          </p:nvSpPr>
          <p:spPr bwMode="auto">
            <a:xfrm>
              <a:off x="6015" y="4860"/>
              <a:ext cx="180" cy="195"/>
            </a:xfrm>
            <a:prstGeom prst="ellipse">
              <a:avLst/>
            </a:prstGeom>
            <a:solidFill>
              <a:srgbClr val="99CCFF"/>
            </a:solidFill>
            <a:ln w="9525">
              <a:solidFill>
                <a:srgbClr val="000000"/>
              </a:solidFill>
              <a:round/>
              <a:headEnd/>
              <a:tailEnd/>
            </a:ln>
          </p:spPr>
          <p:txBody>
            <a:bodyPr/>
            <a:lstStyle/>
            <a:p>
              <a:endParaRPr lang="en-US"/>
            </a:p>
          </p:txBody>
        </p:sp>
        <p:sp>
          <p:nvSpPr>
            <p:cNvPr id="63499" name="Oval 10"/>
            <p:cNvSpPr>
              <a:spLocks noChangeArrowheads="1"/>
            </p:cNvSpPr>
            <p:nvPr/>
          </p:nvSpPr>
          <p:spPr bwMode="auto">
            <a:xfrm>
              <a:off x="6735" y="4875"/>
              <a:ext cx="180" cy="195"/>
            </a:xfrm>
            <a:prstGeom prst="ellipse">
              <a:avLst/>
            </a:prstGeom>
            <a:solidFill>
              <a:srgbClr val="99CCFF"/>
            </a:solidFill>
            <a:ln w="9525">
              <a:solidFill>
                <a:srgbClr val="000000"/>
              </a:solidFill>
              <a:round/>
              <a:headEnd/>
              <a:tailEnd/>
            </a:ln>
          </p:spPr>
          <p:txBody>
            <a:bodyPr/>
            <a:lstStyle/>
            <a:p>
              <a:endParaRPr lang="en-US"/>
            </a:p>
          </p:txBody>
        </p:sp>
        <p:sp>
          <p:nvSpPr>
            <p:cNvPr id="63500" name="Line 11"/>
            <p:cNvSpPr>
              <a:spLocks noChangeShapeType="1"/>
            </p:cNvSpPr>
            <p:nvPr/>
          </p:nvSpPr>
          <p:spPr bwMode="auto">
            <a:xfrm>
              <a:off x="6105" y="3675"/>
              <a:ext cx="45" cy="8160"/>
            </a:xfrm>
            <a:prstGeom prst="line">
              <a:avLst/>
            </a:prstGeom>
            <a:noFill/>
            <a:ln w="9525">
              <a:solidFill>
                <a:srgbClr val="000000"/>
              </a:solidFill>
              <a:prstDash val="dash"/>
              <a:round/>
              <a:headEnd/>
              <a:tailEnd/>
            </a:ln>
          </p:spPr>
          <p:txBody>
            <a:bodyPr/>
            <a:lstStyle/>
            <a:p>
              <a:endParaRPr lang="en-US"/>
            </a:p>
          </p:txBody>
        </p:sp>
        <p:sp>
          <p:nvSpPr>
            <p:cNvPr id="63501" name="Line 12"/>
            <p:cNvSpPr>
              <a:spLocks noChangeShapeType="1"/>
            </p:cNvSpPr>
            <p:nvPr/>
          </p:nvSpPr>
          <p:spPr bwMode="auto">
            <a:xfrm>
              <a:off x="6810" y="3660"/>
              <a:ext cx="15" cy="8280"/>
            </a:xfrm>
            <a:prstGeom prst="line">
              <a:avLst/>
            </a:prstGeom>
            <a:noFill/>
            <a:ln w="9525">
              <a:solidFill>
                <a:srgbClr val="000000"/>
              </a:solidFill>
              <a:prstDash val="dash"/>
              <a:round/>
              <a:headEnd/>
              <a:tailEnd/>
            </a:ln>
          </p:spPr>
          <p:txBody>
            <a:bodyPr/>
            <a:lstStyle/>
            <a:p>
              <a:endParaRPr lang="en-US"/>
            </a:p>
          </p:txBody>
        </p:sp>
        <p:grpSp>
          <p:nvGrpSpPr>
            <p:cNvPr id="63502" name="Group 13"/>
            <p:cNvGrpSpPr>
              <a:grpSpLocks/>
            </p:cNvGrpSpPr>
            <p:nvPr/>
          </p:nvGrpSpPr>
          <p:grpSpPr bwMode="auto">
            <a:xfrm>
              <a:off x="3225" y="6240"/>
              <a:ext cx="6990" cy="2835"/>
              <a:chOff x="3225" y="6240"/>
              <a:chExt cx="6990" cy="2835"/>
            </a:xfrm>
          </p:grpSpPr>
          <p:sp>
            <p:nvSpPr>
              <p:cNvPr id="63515" name="Line 14"/>
              <p:cNvSpPr>
                <a:spLocks noChangeShapeType="1"/>
              </p:cNvSpPr>
              <p:nvPr/>
            </p:nvSpPr>
            <p:spPr bwMode="auto">
              <a:xfrm>
                <a:off x="3960" y="8595"/>
                <a:ext cx="5760" cy="0"/>
              </a:xfrm>
              <a:prstGeom prst="line">
                <a:avLst/>
              </a:prstGeom>
              <a:noFill/>
              <a:ln w="9525">
                <a:solidFill>
                  <a:srgbClr val="000000"/>
                </a:solidFill>
                <a:round/>
                <a:headEnd/>
                <a:tailEnd type="triangle" w="med" len="med"/>
              </a:ln>
            </p:spPr>
            <p:txBody>
              <a:bodyPr/>
              <a:lstStyle/>
              <a:p>
                <a:endParaRPr lang="en-US"/>
              </a:p>
            </p:txBody>
          </p:sp>
          <p:sp>
            <p:nvSpPr>
              <p:cNvPr id="63516" name="Line 15"/>
              <p:cNvSpPr>
                <a:spLocks noChangeShapeType="1"/>
              </p:cNvSpPr>
              <p:nvPr/>
            </p:nvSpPr>
            <p:spPr bwMode="auto">
              <a:xfrm>
                <a:off x="4575" y="6915"/>
                <a:ext cx="4590" cy="0"/>
              </a:xfrm>
              <a:prstGeom prst="line">
                <a:avLst/>
              </a:prstGeom>
              <a:noFill/>
              <a:ln w="9525">
                <a:solidFill>
                  <a:srgbClr val="000000"/>
                </a:solidFill>
                <a:prstDash val="lgDash"/>
                <a:round/>
                <a:headEnd/>
                <a:tailEnd/>
              </a:ln>
            </p:spPr>
            <p:txBody>
              <a:bodyPr/>
              <a:lstStyle/>
              <a:p>
                <a:endParaRPr lang="en-US"/>
              </a:p>
            </p:txBody>
          </p:sp>
          <p:sp>
            <p:nvSpPr>
              <p:cNvPr id="63517" name="Text Box 16"/>
              <p:cNvSpPr txBox="1">
                <a:spLocks noChangeArrowheads="1"/>
              </p:cNvSpPr>
              <p:nvPr/>
            </p:nvSpPr>
            <p:spPr bwMode="auto">
              <a:xfrm>
                <a:off x="7890" y="6570"/>
                <a:ext cx="1725" cy="585"/>
              </a:xfrm>
              <a:prstGeom prst="rect">
                <a:avLst/>
              </a:prstGeom>
              <a:solidFill>
                <a:srgbClr val="99CCFF">
                  <a:alpha val="0"/>
                </a:srgbClr>
              </a:solidFill>
              <a:ln w="9525">
                <a:noFill/>
                <a:miter lim="800000"/>
                <a:headEnd/>
                <a:tailEnd/>
              </a:ln>
            </p:spPr>
            <p:txBody>
              <a:bodyPr/>
              <a:lstStyle/>
              <a:p>
                <a:r>
                  <a:rPr lang="en-US" altLang="ko-KR" sz="1400">
                    <a:ea typeface="Batang" pitchFamily="18" charset="-127"/>
                  </a:rPr>
                  <a:t>Level at A</a:t>
                </a:r>
                <a:endParaRPr lang="en-US" sz="1400"/>
              </a:p>
            </p:txBody>
          </p:sp>
          <p:sp>
            <p:nvSpPr>
              <p:cNvPr id="63518" name="Line 17"/>
              <p:cNvSpPr>
                <a:spLocks noChangeShapeType="1"/>
              </p:cNvSpPr>
              <p:nvPr/>
            </p:nvSpPr>
            <p:spPr bwMode="auto">
              <a:xfrm>
                <a:off x="4590" y="7260"/>
                <a:ext cx="4590" cy="0"/>
              </a:xfrm>
              <a:prstGeom prst="line">
                <a:avLst/>
              </a:prstGeom>
              <a:noFill/>
              <a:ln w="9525">
                <a:solidFill>
                  <a:srgbClr val="000000"/>
                </a:solidFill>
                <a:prstDash val="lgDash"/>
                <a:round/>
                <a:headEnd/>
                <a:tailEnd/>
              </a:ln>
            </p:spPr>
            <p:txBody>
              <a:bodyPr/>
              <a:lstStyle/>
              <a:p>
                <a:endParaRPr lang="en-US"/>
              </a:p>
            </p:txBody>
          </p:sp>
          <p:sp>
            <p:nvSpPr>
              <p:cNvPr id="63519" name="Text Box 18"/>
              <p:cNvSpPr txBox="1">
                <a:spLocks noChangeArrowheads="1"/>
              </p:cNvSpPr>
              <p:nvPr/>
            </p:nvSpPr>
            <p:spPr bwMode="auto">
              <a:xfrm>
                <a:off x="7680" y="6885"/>
                <a:ext cx="2310" cy="525"/>
              </a:xfrm>
              <a:prstGeom prst="rect">
                <a:avLst/>
              </a:prstGeom>
              <a:solidFill>
                <a:srgbClr val="99CCFF">
                  <a:alpha val="0"/>
                </a:srgbClr>
              </a:solidFill>
              <a:ln w="9525">
                <a:noFill/>
                <a:miter lim="800000"/>
                <a:headEnd/>
                <a:tailEnd/>
              </a:ln>
            </p:spPr>
            <p:txBody>
              <a:bodyPr/>
              <a:lstStyle/>
              <a:p>
                <a:r>
                  <a:rPr lang="en-US" altLang="ko-KR" sz="1400">
                    <a:ea typeface="Batang" pitchFamily="18" charset="-127"/>
                  </a:rPr>
                  <a:t>Handoff Threshold</a:t>
                </a:r>
                <a:endParaRPr lang="en-US" sz="1400"/>
              </a:p>
            </p:txBody>
          </p:sp>
          <p:sp>
            <p:nvSpPr>
              <p:cNvPr id="63520" name="Line 19"/>
              <p:cNvSpPr>
                <a:spLocks noChangeShapeType="1"/>
              </p:cNvSpPr>
              <p:nvPr/>
            </p:nvSpPr>
            <p:spPr bwMode="auto">
              <a:xfrm>
                <a:off x="4605" y="7695"/>
                <a:ext cx="4590" cy="0"/>
              </a:xfrm>
              <a:prstGeom prst="line">
                <a:avLst/>
              </a:prstGeom>
              <a:noFill/>
              <a:ln w="9525">
                <a:solidFill>
                  <a:srgbClr val="000000"/>
                </a:solidFill>
                <a:prstDash val="lgDash"/>
                <a:round/>
                <a:headEnd/>
                <a:tailEnd/>
              </a:ln>
            </p:spPr>
            <p:txBody>
              <a:bodyPr/>
              <a:lstStyle/>
              <a:p>
                <a:endParaRPr lang="en-US"/>
              </a:p>
            </p:txBody>
          </p:sp>
          <p:sp>
            <p:nvSpPr>
              <p:cNvPr id="63521" name="Text Box 20"/>
              <p:cNvSpPr txBox="1">
                <a:spLocks noChangeArrowheads="1"/>
              </p:cNvSpPr>
              <p:nvPr/>
            </p:nvSpPr>
            <p:spPr bwMode="auto">
              <a:xfrm>
                <a:off x="7380" y="7350"/>
                <a:ext cx="2835" cy="690"/>
              </a:xfrm>
              <a:prstGeom prst="rect">
                <a:avLst/>
              </a:prstGeom>
              <a:solidFill>
                <a:srgbClr val="99CCFF">
                  <a:alpha val="0"/>
                </a:srgbClr>
              </a:solidFill>
              <a:ln w="9525">
                <a:noFill/>
                <a:miter lim="800000"/>
                <a:headEnd/>
                <a:tailEnd/>
              </a:ln>
            </p:spPr>
            <p:txBody>
              <a:bodyPr/>
              <a:lstStyle/>
              <a:p>
                <a:r>
                  <a:rPr lang="en-US" altLang="ko-KR" sz="1400">
                    <a:ea typeface="Batang" pitchFamily="18" charset="-127"/>
                  </a:rPr>
                  <a:t>Min</a:t>
                </a:r>
                <a:r>
                  <a:rPr lang="en-US" altLang="ko-KR" sz="1400" baseline="30000">
                    <a:ea typeface="Batang" pitchFamily="18" charset="-127"/>
                  </a:rPr>
                  <a:t>n</a:t>
                </a:r>
                <a:r>
                  <a:rPr lang="en-US" altLang="ko-KR" sz="1400">
                    <a:ea typeface="Batang" pitchFamily="18" charset="-127"/>
                  </a:rPr>
                  <a:t> acceptable signal to maintain the call</a:t>
                </a:r>
                <a:endParaRPr lang="en-US" sz="1400"/>
              </a:p>
            </p:txBody>
          </p:sp>
          <p:sp>
            <p:nvSpPr>
              <p:cNvPr id="63522" name="Line 21"/>
              <p:cNvSpPr>
                <a:spLocks noChangeShapeType="1"/>
              </p:cNvSpPr>
              <p:nvPr/>
            </p:nvSpPr>
            <p:spPr bwMode="auto">
              <a:xfrm>
                <a:off x="4605" y="8205"/>
                <a:ext cx="4590" cy="0"/>
              </a:xfrm>
              <a:prstGeom prst="line">
                <a:avLst/>
              </a:prstGeom>
              <a:noFill/>
              <a:ln w="9525">
                <a:solidFill>
                  <a:srgbClr val="000000"/>
                </a:solidFill>
                <a:prstDash val="lgDash"/>
                <a:round/>
                <a:headEnd/>
                <a:tailEnd/>
              </a:ln>
            </p:spPr>
            <p:txBody>
              <a:bodyPr/>
              <a:lstStyle/>
              <a:p>
                <a:endParaRPr lang="en-US"/>
              </a:p>
            </p:txBody>
          </p:sp>
          <p:sp>
            <p:nvSpPr>
              <p:cNvPr id="63523" name="Text Box 22"/>
              <p:cNvSpPr txBox="1">
                <a:spLocks noChangeArrowheads="1"/>
              </p:cNvSpPr>
              <p:nvPr/>
            </p:nvSpPr>
            <p:spPr bwMode="auto">
              <a:xfrm>
                <a:off x="7740" y="7860"/>
                <a:ext cx="1725" cy="585"/>
              </a:xfrm>
              <a:prstGeom prst="rect">
                <a:avLst/>
              </a:prstGeom>
              <a:solidFill>
                <a:srgbClr val="99CCFF">
                  <a:alpha val="0"/>
                </a:srgbClr>
              </a:solidFill>
              <a:ln w="9525">
                <a:noFill/>
                <a:miter lim="800000"/>
                <a:headEnd/>
                <a:tailEnd/>
              </a:ln>
            </p:spPr>
            <p:txBody>
              <a:bodyPr/>
              <a:lstStyle/>
              <a:p>
                <a:r>
                  <a:rPr lang="en-US" altLang="ko-KR" sz="1400">
                    <a:ea typeface="Batang" pitchFamily="18" charset="-127"/>
                  </a:rPr>
                  <a:t>Level at B</a:t>
                </a:r>
                <a:endParaRPr lang="en-US" sz="1400"/>
              </a:p>
            </p:txBody>
          </p:sp>
          <p:sp>
            <p:nvSpPr>
              <p:cNvPr id="63524" name="Line 23"/>
              <p:cNvSpPr>
                <a:spLocks noChangeShapeType="1"/>
              </p:cNvSpPr>
              <p:nvPr/>
            </p:nvSpPr>
            <p:spPr bwMode="auto">
              <a:xfrm>
                <a:off x="6105" y="6930"/>
                <a:ext cx="690" cy="1275"/>
              </a:xfrm>
              <a:prstGeom prst="line">
                <a:avLst/>
              </a:prstGeom>
              <a:noFill/>
              <a:ln w="9525">
                <a:solidFill>
                  <a:srgbClr val="000000"/>
                </a:solidFill>
                <a:round/>
                <a:headEnd/>
                <a:tailEnd/>
              </a:ln>
            </p:spPr>
            <p:txBody>
              <a:bodyPr/>
              <a:lstStyle/>
              <a:p>
                <a:endParaRPr lang="en-US"/>
              </a:p>
            </p:txBody>
          </p:sp>
          <p:sp>
            <p:nvSpPr>
              <p:cNvPr id="63525" name="Text Box 24"/>
              <p:cNvSpPr txBox="1">
                <a:spLocks noChangeArrowheads="1"/>
              </p:cNvSpPr>
              <p:nvPr/>
            </p:nvSpPr>
            <p:spPr bwMode="auto">
              <a:xfrm>
                <a:off x="8955" y="8535"/>
                <a:ext cx="1065" cy="540"/>
              </a:xfrm>
              <a:prstGeom prst="rect">
                <a:avLst/>
              </a:prstGeom>
              <a:solidFill>
                <a:srgbClr val="99CCFF">
                  <a:alpha val="0"/>
                </a:srgbClr>
              </a:solidFill>
              <a:ln w="9525">
                <a:noFill/>
                <a:miter lim="800000"/>
                <a:headEnd/>
                <a:tailEnd/>
              </a:ln>
            </p:spPr>
            <p:txBody>
              <a:bodyPr/>
              <a:lstStyle/>
              <a:p>
                <a:r>
                  <a:rPr lang="en-US" altLang="ko-KR" sz="1400">
                    <a:ea typeface="Batang" pitchFamily="18" charset="-127"/>
                  </a:rPr>
                  <a:t>Time</a:t>
                </a:r>
                <a:endParaRPr lang="en-US" sz="1400"/>
              </a:p>
            </p:txBody>
          </p:sp>
          <p:sp>
            <p:nvSpPr>
              <p:cNvPr id="63526" name="Line 25"/>
              <p:cNvSpPr>
                <a:spLocks noChangeShapeType="1"/>
              </p:cNvSpPr>
              <p:nvPr/>
            </p:nvSpPr>
            <p:spPr bwMode="auto">
              <a:xfrm flipV="1">
                <a:off x="4605" y="6240"/>
                <a:ext cx="0" cy="2355"/>
              </a:xfrm>
              <a:prstGeom prst="line">
                <a:avLst/>
              </a:prstGeom>
              <a:noFill/>
              <a:ln w="9525">
                <a:solidFill>
                  <a:srgbClr val="000000"/>
                </a:solidFill>
                <a:round/>
                <a:headEnd/>
                <a:tailEnd type="triangle" w="med" len="med"/>
              </a:ln>
            </p:spPr>
            <p:txBody>
              <a:bodyPr/>
              <a:lstStyle/>
              <a:p>
                <a:endParaRPr lang="en-US"/>
              </a:p>
            </p:txBody>
          </p:sp>
          <p:sp>
            <p:nvSpPr>
              <p:cNvPr id="63527" name="Text Box 26"/>
              <p:cNvSpPr txBox="1">
                <a:spLocks noChangeArrowheads="1"/>
              </p:cNvSpPr>
              <p:nvPr/>
            </p:nvSpPr>
            <p:spPr bwMode="auto">
              <a:xfrm>
                <a:off x="3225" y="7095"/>
                <a:ext cx="1455" cy="915"/>
              </a:xfrm>
              <a:prstGeom prst="rect">
                <a:avLst/>
              </a:prstGeom>
              <a:solidFill>
                <a:srgbClr val="99CCFF">
                  <a:alpha val="0"/>
                </a:srgbClr>
              </a:solidFill>
              <a:ln w="9525">
                <a:noFill/>
                <a:miter lim="800000"/>
                <a:headEnd/>
                <a:tailEnd/>
              </a:ln>
            </p:spPr>
            <p:txBody>
              <a:bodyPr/>
              <a:lstStyle/>
              <a:p>
                <a:r>
                  <a:rPr lang="en-US" altLang="ko-KR" sz="1400">
                    <a:ea typeface="Batang" pitchFamily="18" charset="-127"/>
                  </a:rPr>
                  <a:t>Received Signal level</a:t>
                </a:r>
                <a:endParaRPr lang="en-US" sz="1400"/>
              </a:p>
            </p:txBody>
          </p:sp>
        </p:grpSp>
        <p:sp>
          <p:nvSpPr>
            <p:cNvPr id="63503" name="Line 27"/>
            <p:cNvSpPr>
              <a:spLocks noChangeShapeType="1"/>
            </p:cNvSpPr>
            <p:nvPr/>
          </p:nvSpPr>
          <p:spPr bwMode="auto">
            <a:xfrm>
              <a:off x="4020" y="11865"/>
              <a:ext cx="5760" cy="0"/>
            </a:xfrm>
            <a:prstGeom prst="line">
              <a:avLst/>
            </a:prstGeom>
            <a:noFill/>
            <a:ln w="9525">
              <a:solidFill>
                <a:srgbClr val="000000"/>
              </a:solidFill>
              <a:round/>
              <a:headEnd/>
              <a:tailEnd type="triangle" w="med" len="med"/>
            </a:ln>
          </p:spPr>
          <p:txBody>
            <a:bodyPr/>
            <a:lstStyle/>
            <a:p>
              <a:endParaRPr lang="en-US"/>
            </a:p>
          </p:txBody>
        </p:sp>
        <p:sp>
          <p:nvSpPr>
            <p:cNvPr id="63504" name="Line 28"/>
            <p:cNvSpPr>
              <a:spLocks noChangeShapeType="1"/>
            </p:cNvSpPr>
            <p:nvPr/>
          </p:nvSpPr>
          <p:spPr bwMode="auto">
            <a:xfrm>
              <a:off x="4635" y="10185"/>
              <a:ext cx="4590" cy="0"/>
            </a:xfrm>
            <a:prstGeom prst="line">
              <a:avLst/>
            </a:prstGeom>
            <a:noFill/>
            <a:ln w="9525">
              <a:solidFill>
                <a:srgbClr val="000000"/>
              </a:solidFill>
              <a:prstDash val="lgDash"/>
              <a:round/>
              <a:headEnd/>
              <a:tailEnd/>
            </a:ln>
          </p:spPr>
          <p:txBody>
            <a:bodyPr/>
            <a:lstStyle/>
            <a:p>
              <a:endParaRPr lang="en-US"/>
            </a:p>
          </p:txBody>
        </p:sp>
        <p:sp>
          <p:nvSpPr>
            <p:cNvPr id="63505" name="Text Box 29"/>
            <p:cNvSpPr txBox="1">
              <a:spLocks noChangeArrowheads="1"/>
            </p:cNvSpPr>
            <p:nvPr/>
          </p:nvSpPr>
          <p:spPr bwMode="auto">
            <a:xfrm>
              <a:off x="7950" y="9840"/>
              <a:ext cx="1725" cy="585"/>
            </a:xfrm>
            <a:prstGeom prst="rect">
              <a:avLst/>
            </a:prstGeom>
            <a:solidFill>
              <a:srgbClr val="99CCFF">
                <a:alpha val="0"/>
              </a:srgbClr>
            </a:solidFill>
            <a:ln w="9525">
              <a:noFill/>
              <a:miter lim="800000"/>
              <a:headEnd/>
              <a:tailEnd/>
            </a:ln>
          </p:spPr>
          <p:txBody>
            <a:bodyPr/>
            <a:lstStyle/>
            <a:p>
              <a:r>
                <a:rPr lang="en-US" altLang="ko-KR" sz="1400">
                  <a:ea typeface="Batang" pitchFamily="18" charset="-127"/>
                </a:rPr>
                <a:t>Level at B</a:t>
              </a:r>
              <a:endParaRPr lang="en-US" sz="1400"/>
            </a:p>
          </p:txBody>
        </p:sp>
        <p:sp>
          <p:nvSpPr>
            <p:cNvPr id="63506" name="Line 30"/>
            <p:cNvSpPr>
              <a:spLocks noChangeShapeType="1"/>
            </p:cNvSpPr>
            <p:nvPr/>
          </p:nvSpPr>
          <p:spPr bwMode="auto">
            <a:xfrm>
              <a:off x="4665" y="10965"/>
              <a:ext cx="4590" cy="0"/>
            </a:xfrm>
            <a:prstGeom prst="line">
              <a:avLst/>
            </a:prstGeom>
            <a:noFill/>
            <a:ln w="9525">
              <a:solidFill>
                <a:srgbClr val="000000"/>
              </a:solidFill>
              <a:prstDash val="lgDash"/>
              <a:round/>
              <a:headEnd/>
              <a:tailEnd/>
            </a:ln>
          </p:spPr>
          <p:txBody>
            <a:bodyPr/>
            <a:lstStyle/>
            <a:p>
              <a:endParaRPr lang="en-US"/>
            </a:p>
          </p:txBody>
        </p:sp>
        <p:sp>
          <p:nvSpPr>
            <p:cNvPr id="63507" name="Text Box 31"/>
            <p:cNvSpPr txBox="1">
              <a:spLocks noChangeArrowheads="1"/>
            </p:cNvSpPr>
            <p:nvPr/>
          </p:nvSpPr>
          <p:spPr bwMode="auto">
            <a:xfrm>
              <a:off x="7440" y="10620"/>
              <a:ext cx="2835" cy="690"/>
            </a:xfrm>
            <a:prstGeom prst="rect">
              <a:avLst/>
            </a:prstGeom>
            <a:solidFill>
              <a:srgbClr val="99CCFF">
                <a:alpha val="0"/>
              </a:srgbClr>
            </a:solidFill>
            <a:ln w="9525">
              <a:noFill/>
              <a:miter lim="800000"/>
              <a:headEnd/>
              <a:tailEnd/>
            </a:ln>
          </p:spPr>
          <p:txBody>
            <a:bodyPr/>
            <a:lstStyle/>
            <a:p>
              <a:r>
                <a:rPr lang="en-US" altLang="ko-KR" sz="1400">
                  <a:ea typeface="Batang" pitchFamily="18" charset="-127"/>
                </a:rPr>
                <a:t>Level at which handoff is made</a:t>
              </a:r>
              <a:endParaRPr lang="en-US" sz="1400"/>
            </a:p>
          </p:txBody>
        </p:sp>
        <p:sp>
          <p:nvSpPr>
            <p:cNvPr id="63508" name="Text Box 32"/>
            <p:cNvSpPr txBox="1">
              <a:spLocks noChangeArrowheads="1"/>
            </p:cNvSpPr>
            <p:nvPr/>
          </p:nvSpPr>
          <p:spPr bwMode="auto">
            <a:xfrm>
              <a:off x="9015" y="11805"/>
              <a:ext cx="1065" cy="540"/>
            </a:xfrm>
            <a:prstGeom prst="rect">
              <a:avLst/>
            </a:prstGeom>
            <a:solidFill>
              <a:srgbClr val="99CCFF">
                <a:alpha val="0"/>
              </a:srgbClr>
            </a:solidFill>
            <a:ln w="9525">
              <a:noFill/>
              <a:miter lim="800000"/>
              <a:headEnd/>
              <a:tailEnd/>
            </a:ln>
          </p:spPr>
          <p:txBody>
            <a:bodyPr/>
            <a:lstStyle/>
            <a:p>
              <a:r>
                <a:rPr lang="en-US" altLang="ko-KR" sz="1400">
                  <a:ea typeface="Batang" pitchFamily="18" charset="-127"/>
                </a:rPr>
                <a:t>Time</a:t>
              </a:r>
              <a:endParaRPr lang="en-US" sz="1400"/>
            </a:p>
          </p:txBody>
        </p:sp>
        <p:sp>
          <p:nvSpPr>
            <p:cNvPr id="63509" name="Line 33"/>
            <p:cNvSpPr>
              <a:spLocks noChangeShapeType="1"/>
            </p:cNvSpPr>
            <p:nvPr/>
          </p:nvSpPr>
          <p:spPr bwMode="auto">
            <a:xfrm flipV="1">
              <a:off x="4665" y="9510"/>
              <a:ext cx="0" cy="2355"/>
            </a:xfrm>
            <a:prstGeom prst="line">
              <a:avLst/>
            </a:prstGeom>
            <a:noFill/>
            <a:ln w="9525">
              <a:solidFill>
                <a:srgbClr val="000000"/>
              </a:solidFill>
              <a:round/>
              <a:headEnd/>
              <a:tailEnd type="triangle" w="med" len="med"/>
            </a:ln>
          </p:spPr>
          <p:txBody>
            <a:bodyPr/>
            <a:lstStyle/>
            <a:p>
              <a:endParaRPr lang="en-US"/>
            </a:p>
          </p:txBody>
        </p:sp>
        <p:sp>
          <p:nvSpPr>
            <p:cNvPr id="63510" name="Text Box 34"/>
            <p:cNvSpPr txBox="1">
              <a:spLocks noChangeArrowheads="1"/>
            </p:cNvSpPr>
            <p:nvPr/>
          </p:nvSpPr>
          <p:spPr bwMode="auto">
            <a:xfrm>
              <a:off x="3285" y="10365"/>
              <a:ext cx="1455" cy="915"/>
            </a:xfrm>
            <a:prstGeom prst="rect">
              <a:avLst/>
            </a:prstGeom>
            <a:solidFill>
              <a:srgbClr val="99CCFF">
                <a:alpha val="0"/>
              </a:srgbClr>
            </a:solidFill>
            <a:ln w="9525">
              <a:noFill/>
              <a:miter lim="800000"/>
              <a:headEnd/>
              <a:tailEnd/>
            </a:ln>
          </p:spPr>
          <p:txBody>
            <a:bodyPr/>
            <a:lstStyle/>
            <a:p>
              <a:r>
                <a:rPr lang="en-US" altLang="ko-KR" sz="1400">
                  <a:ea typeface="Batang" pitchFamily="18" charset="-127"/>
                </a:rPr>
                <a:t>Received Signal level</a:t>
              </a:r>
              <a:endParaRPr lang="en-US" sz="1400"/>
            </a:p>
          </p:txBody>
        </p:sp>
        <p:sp>
          <p:nvSpPr>
            <p:cNvPr id="63511" name="Line 35"/>
            <p:cNvSpPr>
              <a:spLocks noChangeShapeType="1"/>
            </p:cNvSpPr>
            <p:nvPr/>
          </p:nvSpPr>
          <p:spPr bwMode="auto">
            <a:xfrm>
              <a:off x="6135" y="10170"/>
              <a:ext cx="390" cy="540"/>
            </a:xfrm>
            <a:prstGeom prst="line">
              <a:avLst/>
            </a:prstGeom>
            <a:noFill/>
            <a:ln w="9525">
              <a:solidFill>
                <a:srgbClr val="000000"/>
              </a:solidFill>
              <a:round/>
              <a:headEnd/>
              <a:tailEnd/>
            </a:ln>
          </p:spPr>
          <p:txBody>
            <a:bodyPr/>
            <a:lstStyle/>
            <a:p>
              <a:endParaRPr lang="en-US"/>
            </a:p>
          </p:txBody>
        </p:sp>
        <p:sp>
          <p:nvSpPr>
            <p:cNvPr id="63512" name="Line 36"/>
            <p:cNvSpPr>
              <a:spLocks noChangeShapeType="1"/>
            </p:cNvSpPr>
            <p:nvPr/>
          </p:nvSpPr>
          <p:spPr bwMode="auto">
            <a:xfrm flipV="1">
              <a:off x="6540" y="10380"/>
              <a:ext cx="0" cy="330"/>
            </a:xfrm>
            <a:prstGeom prst="line">
              <a:avLst/>
            </a:prstGeom>
            <a:noFill/>
            <a:ln w="9525">
              <a:solidFill>
                <a:srgbClr val="000000"/>
              </a:solidFill>
              <a:round/>
              <a:headEnd/>
              <a:tailEnd/>
            </a:ln>
          </p:spPr>
          <p:txBody>
            <a:bodyPr/>
            <a:lstStyle/>
            <a:p>
              <a:endParaRPr lang="en-US"/>
            </a:p>
          </p:txBody>
        </p:sp>
        <p:sp>
          <p:nvSpPr>
            <p:cNvPr id="63513" name="Line 37"/>
            <p:cNvSpPr>
              <a:spLocks noChangeShapeType="1"/>
            </p:cNvSpPr>
            <p:nvPr/>
          </p:nvSpPr>
          <p:spPr bwMode="auto">
            <a:xfrm flipV="1">
              <a:off x="6555" y="10050"/>
              <a:ext cx="900" cy="345"/>
            </a:xfrm>
            <a:prstGeom prst="line">
              <a:avLst/>
            </a:prstGeom>
            <a:noFill/>
            <a:ln w="9525">
              <a:solidFill>
                <a:srgbClr val="000000"/>
              </a:solidFill>
              <a:round/>
              <a:headEnd/>
              <a:tailEnd/>
            </a:ln>
          </p:spPr>
          <p:txBody>
            <a:bodyPr/>
            <a:lstStyle/>
            <a:p>
              <a:endParaRPr lang="en-US"/>
            </a:p>
          </p:txBody>
        </p:sp>
        <p:sp>
          <p:nvSpPr>
            <p:cNvPr id="63514" name="Text Box 38"/>
            <p:cNvSpPr txBox="1">
              <a:spLocks noChangeArrowheads="1"/>
            </p:cNvSpPr>
            <p:nvPr/>
          </p:nvSpPr>
          <p:spPr bwMode="auto">
            <a:xfrm>
              <a:off x="5700" y="4980"/>
              <a:ext cx="1485" cy="420"/>
            </a:xfrm>
            <a:prstGeom prst="rect">
              <a:avLst/>
            </a:prstGeom>
            <a:solidFill>
              <a:srgbClr val="99CCFF">
                <a:alpha val="0"/>
              </a:srgbClr>
            </a:solidFill>
            <a:ln w="9525">
              <a:noFill/>
              <a:miter lim="800000"/>
              <a:headEnd/>
              <a:tailEnd/>
            </a:ln>
          </p:spPr>
          <p:txBody>
            <a:bodyPr/>
            <a:lstStyle/>
            <a:p>
              <a:r>
                <a:rPr lang="en-US" altLang="ko-KR" sz="1400">
                  <a:ea typeface="Batang" pitchFamily="18" charset="-127"/>
                </a:rPr>
                <a:t>A              B</a:t>
              </a:r>
              <a:endParaRPr lang="en-US" sz="1400"/>
            </a:p>
          </p:txBody>
        </p:sp>
      </p:grpSp>
      <p:sp>
        <p:nvSpPr>
          <p:cNvPr id="63492" name="Text Box 39"/>
          <p:cNvSpPr txBox="1">
            <a:spLocks noChangeArrowheads="1"/>
          </p:cNvSpPr>
          <p:nvPr/>
        </p:nvSpPr>
        <p:spPr bwMode="auto">
          <a:xfrm>
            <a:off x="5486400" y="2590800"/>
            <a:ext cx="3505200" cy="457200"/>
          </a:xfrm>
          <a:prstGeom prst="rect">
            <a:avLst/>
          </a:prstGeom>
          <a:solidFill>
            <a:srgbClr val="99CCFF"/>
          </a:solidFill>
          <a:ln w="9525">
            <a:noFill/>
            <a:miter lim="800000"/>
            <a:headEnd/>
            <a:tailEnd/>
          </a:ln>
        </p:spPr>
        <p:txBody>
          <a:bodyPr>
            <a:spAutoFit/>
          </a:bodyPr>
          <a:lstStyle/>
          <a:p>
            <a:pPr>
              <a:spcBef>
                <a:spcPct val="50000"/>
              </a:spcBef>
            </a:pPr>
            <a:r>
              <a:rPr lang="en-US"/>
              <a:t>Improper handoff situation</a:t>
            </a:r>
          </a:p>
        </p:txBody>
      </p:sp>
      <p:sp>
        <p:nvSpPr>
          <p:cNvPr id="63493" name="Text Box 40"/>
          <p:cNvSpPr txBox="1">
            <a:spLocks noChangeArrowheads="1"/>
          </p:cNvSpPr>
          <p:nvPr/>
        </p:nvSpPr>
        <p:spPr bwMode="auto">
          <a:xfrm>
            <a:off x="5638800" y="4724400"/>
            <a:ext cx="3276600" cy="457200"/>
          </a:xfrm>
          <a:prstGeom prst="rect">
            <a:avLst/>
          </a:prstGeom>
          <a:solidFill>
            <a:srgbClr val="99CCFF"/>
          </a:solidFill>
          <a:ln w="9525">
            <a:noFill/>
            <a:miter lim="800000"/>
            <a:headEnd/>
            <a:tailEnd/>
          </a:ln>
        </p:spPr>
        <p:txBody>
          <a:bodyPr>
            <a:spAutoFit/>
          </a:bodyPr>
          <a:lstStyle/>
          <a:p>
            <a:pPr>
              <a:spcBef>
                <a:spcPct val="50000"/>
              </a:spcBef>
            </a:pPr>
            <a:r>
              <a:rPr lang="en-US"/>
              <a:t>Proper handoff situation</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673</TotalTime>
  <Words>1844</Words>
  <Application>Microsoft Office PowerPoint</Application>
  <PresentationFormat>On-screen Show (4:3)</PresentationFormat>
  <Paragraphs>471</Paragraphs>
  <Slides>43</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2" baseType="lpstr">
      <vt:lpstr>ＭＳ Ｐゴシック</vt:lpstr>
      <vt:lpstr>Arial</vt:lpstr>
      <vt:lpstr>Batang</vt:lpstr>
      <vt:lpstr>Comic Sans MS</vt:lpstr>
      <vt:lpstr>新細明體</vt:lpstr>
      <vt:lpstr>Times New Roman</vt:lpstr>
      <vt:lpstr>Wingdings</vt:lpstr>
      <vt:lpstr>Default Design</vt:lpstr>
      <vt:lpstr>Equation</vt:lpstr>
      <vt:lpstr>PowerPoint Presentation</vt:lpstr>
      <vt:lpstr>PowerPoint Presentation</vt:lpstr>
      <vt:lpstr>PowerPoint Presentation</vt:lpstr>
      <vt:lpstr>PowerPoint Presentation</vt:lpstr>
      <vt:lpstr>PowerPoint Presentation</vt:lpstr>
      <vt:lpstr>PowerPoint Presentation</vt:lpstr>
      <vt:lpstr>Second Generation Cellular Networks</vt:lpstr>
      <vt:lpstr>PowerPoint Presentation</vt:lpstr>
      <vt:lpstr>PowerPoint Presentation</vt:lpstr>
      <vt:lpstr>PowerPoint Presentation</vt:lpstr>
      <vt:lpstr>PowerPoint Presentation</vt:lpstr>
      <vt:lpstr>Third Generation Cellular Networks (3G)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Cell Shape</vt:lpstr>
      <vt:lpstr>PowerPoint Presentation</vt:lpstr>
      <vt:lpstr>Cell Clusters/Patterns</vt:lpstr>
      <vt:lpstr>PowerPoint Presentation</vt:lpstr>
      <vt:lpstr>PowerPoint Presentation</vt:lpstr>
      <vt:lpstr>Frequency Reuse</vt:lpstr>
      <vt:lpstr>Cell Pattern N = 4 </vt:lpstr>
      <vt:lpstr>Frequency Reuse Distance</vt:lpstr>
      <vt:lpstr>Frequency Reuse</vt:lpstr>
      <vt:lpstr>Reuse Distance</vt:lpstr>
      <vt:lpstr>Cell Sectoring by Antenna Design</vt:lpstr>
      <vt:lpstr>Sectorized Antennas</vt:lpstr>
      <vt:lpstr>Cell Clustering with sectored cells</vt:lpstr>
      <vt:lpstr>PowerPoint Presentation</vt:lpstr>
      <vt:lpstr>PowerPoint Presentation</vt:lpstr>
      <vt:lpstr>PowerPoint Presentation</vt:lpstr>
      <vt:lpstr>PowerPoint Presentation</vt:lpstr>
      <vt:lpstr>PowerPoint Presentation</vt:lpstr>
      <vt:lpstr>Handover (Handoff)</vt:lpstr>
      <vt:lpstr>Handoff Region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ASUS</cp:lastModifiedBy>
  <cp:revision>294</cp:revision>
  <dcterms:created xsi:type="dcterms:W3CDTF">1601-01-01T00:00:00Z</dcterms:created>
  <dcterms:modified xsi:type="dcterms:W3CDTF">2021-02-07T07:13:44Z</dcterms:modified>
</cp:coreProperties>
</file>